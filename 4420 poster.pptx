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69"/>
  </p:normalViewPr>
  <p:slideViewPr>
    <p:cSldViewPr snapToGrid="0">
      <p:cViewPr varScale="1">
        <p:scale>
          <a:sx n="114" d="100"/>
          <a:sy n="114" d="100"/>
        </p:scale>
        <p:origin x="496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E49D221-C01E-541B-EC69-575CB3FF4E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E6E17EF-E5D8-9400-6606-F5F9F0B7481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1214F5-0298-FC5A-6600-389D08C58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9D0D27D-9386-C731-B3F8-E8A976E0EE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9C0AA778-0946-68C3-C1DD-1F6E015F7D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029299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2E70ED9-0144-3C21-0A64-7A23699BD0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0795A6-D733-E6B9-6B76-D06FF02F67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F2875C-5AA1-3C12-D4D0-17C523CA2E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5499E0-DF13-2AFC-3EEF-BEDF249A92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D03D4C4-3602-268B-DEAD-110A902138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8516958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2FFC4C7-3D6F-CB1F-DC5B-E3628EAC15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0AE0D3-E1F9-94DE-DF04-502C487351F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49E8E80-F331-DB19-FC95-287897397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2C2D665-55AF-88C0-D78F-A6427F99DF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B261B6E-29B0-A9B7-D527-8B4D23584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96559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DA85B22-D86B-1F66-BE33-845CE5F437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72F559C-6E3E-3480-1D12-24CAE65DEBD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D33CD2A-E122-9383-1C21-2AD19E9157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84E2D-F9E6-9602-0900-F77CC3300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ED8AC75-0067-BA91-798A-96B19398D5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7DBDEF0E-EF78-1259-2E05-B0338385E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075953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5B4B8E3-B552-BE64-EE24-47293F76D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6A6489CD-1D37-3153-DE13-E359871EEE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6A4ED08-D401-AD62-889F-A302D76089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74CECE6-9AA2-1630-7FA0-65C9693533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F2596A51-ED81-F217-B674-FD7E6FB0171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2CD76251-621E-346A-A97E-35AB623264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2026/4/14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11BD6D2A-FFFA-3E0E-A208-F132E88F31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A0129A03-6B3F-0D57-AA97-9A0EB0D1E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5472482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B341036-37DB-7531-A551-C2E2675C8C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8E29BDBC-01EF-B2D3-2AE9-666A56ED87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2026/4/14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15CF1503-8212-D0DC-C278-6E4E7FE37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45528BD-4ECB-40F3-2143-DBEAF9657D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1019113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C7C096F1-83D5-7481-DB00-611C6D0EFB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2026/4/14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1D9AB1AA-D7F9-8B51-359C-5E7B2C646F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926FCF1F-B1C1-72D6-D119-793CDCC91E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940459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624EC17-1474-4151-CD43-4CF3721226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1F6CE683-13B2-5543-E709-12167878D7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EE753ED-9908-C991-55B6-BA74C41E809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8AC0CD0-1181-7312-9EE3-1C6E9A953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931D950A-1818-7E27-695F-3794EC3541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2E136D78-1D59-8B33-0E89-E87A252AA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6842913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70C5005-78AE-4E0B-70B0-4397088DB3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48C5A61-1B94-8252-4BB2-AD0064474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A7CB604A-FFEF-108D-F30E-8E8D0F6B90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34087473-3022-5A8C-D4D2-571BBB7CB8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2026/4/14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BA510F5-3113-EF7D-95A4-C372D9040D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228564E-DD66-CBCB-40A2-16780B1316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90521141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8BAA3DA-1BCE-D3E3-1547-8661AD0B05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F6AEFFE-6D0F-AACB-E639-2FE4A1AF47D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0BA1609-9228-44EF-E29E-E351096CF0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3032D5-D1F7-44CC-9BA1-E724FB0CC9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93A8FAA-FBC5-FF6B-43B2-484F93B91C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2464122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DBFAE82-AB5D-13D7-DF76-9C88C1F8428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8602CCB-0E59-F939-76A7-CBAB87548F1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F4163D3-0491-34D8-702E-37712AE396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F3CE88B-B02B-184C-9CAE-9FCDA7167E7A}" type="datetimeFigureOut">
              <a:rPr kumimoji="1" lang="zh-CN" altLang="en-US" smtClean="0"/>
              <a:t>2026/4/14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01A0AE4-A75B-D14F-0184-C437A75580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D54913-90B7-C016-1B45-7361BB98E4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328311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A323FFB1-E362-3F58-7720-D111A15B37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A58C803C-9CE6-F884-F315-93986EBCBE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1260AF-0479-C518-3AB9-EE4AAC1C52A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F3CE88B-B02B-184C-9CAE-9FCDA7167E7A}" type="datetimeFigureOut">
              <a:rPr kumimoji="1" lang="zh-CN" altLang="en-US" smtClean="0"/>
              <a:t>2026/4/14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31DBC48-55BA-53B1-9197-A2DE720F42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A75880-DFFB-C512-5451-C0F7FD0950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022B42-9BCC-5B49-8F9C-B9BC904F82D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18780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11C01BB-66EA-8EC7-F333-3DBCF62FB38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18571" y="133815"/>
            <a:ext cx="4954858" cy="706437"/>
          </a:xfrm>
        </p:spPr>
        <p:txBody>
          <a:bodyPr>
            <a:normAutofit fontScale="90000"/>
          </a:bodyPr>
          <a:lstStyle/>
          <a:p>
            <a:r>
              <a:rPr lang="en-US" altLang="zh-CN" sz="1800" b="1" kern="100" dirty="0">
                <a:effectLst/>
                <a:latin typeface="Times New Roman" panose="02020603050405020304" pitchFamily="18" charset="0"/>
                <a:ea typeface="DengXian" panose="02010600030101010101" pitchFamily="2" charset="-122"/>
                <a:cs typeface="Times New Roman" panose="02020603050405020304" pitchFamily="18" charset="0"/>
              </a:rPr>
              <a:t>Predicting Building-Level Flood Risk by Analysis Comparison of Multi-Layer Perceptron and Bayesian Logistic Regression</a:t>
            </a:r>
            <a:endParaRPr kumimoji="1" lang="zh-CN" altLang="en-US" dirty="0"/>
          </a:p>
        </p:txBody>
      </p:sp>
      <p:pic>
        <p:nvPicPr>
          <p:cNvPr id="6" name="图片 5" descr="图片包含 徽标&#10;&#10;描述已自动生成">
            <a:extLst>
              <a:ext uri="{FF2B5EF4-FFF2-40B4-BE49-F238E27FC236}">
                <a16:creationId xmlns:a16="http://schemas.microsoft.com/office/drawing/2014/main" id="{23D6C803-B8AB-0742-A8C5-3E7860EE49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69551" y="0"/>
            <a:ext cx="1978412" cy="7327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8588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14</Words>
  <Application>Microsoft Macintosh PowerPoint</Application>
  <PresentationFormat>宽屏</PresentationFormat>
  <Paragraphs>1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Arial</vt:lpstr>
      <vt:lpstr>Times New Roman</vt:lpstr>
      <vt:lpstr>Office 主题​​</vt:lpstr>
      <vt:lpstr>Predicting Building-Level Flood Risk by Analysis Comparison of Multi-Layer Perceptron and Bayesian Logistic Regression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Lang Shao</dc:creator>
  <cp:lastModifiedBy>Lang Shao</cp:lastModifiedBy>
  <cp:revision>2</cp:revision>
  <dcterms:created xsi:type="dcterms:W3CDTF">2026-04-14T22:51:29Z</dcterms:created>
  <dcterms:modified xsi:type="dcterms:W3CDTF">2026-04-14T22:54:05Z</dcterms:modified>
</cp:coreProperties>
</file>