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F6971D5-85B3-2E45-827F-107697C6545F}" v="53" dt="2026-04-15T01:49:04.97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031"/>
    <p:restoredTop sz="94692"/>
  </p:normalViewPr>
  <p:slideViewPr>
    <p:cSldViewPr snapToGrid="0">
      <p:cViewPr varScale="1">
        <p:scale>
          <a:sx n="114" d="100"/>
          <a:sy n="114" d="100"/>
        </p:scale>
        <p:origin x="488"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microsoft.com/office/2015/10/relationships/revisionInfo" Target="revisionInfo.xml"/><Relationship Id="rId3" Type="http://schemas.openxmlformats.org/officeDocument/2006/relationships/presProps" Target="presProps.xml"/><Relationship Id="rId7" Type="http://schemas.microsoft.com/office/2016/11/relationships/changesInfo" Target="changesInfos/changesInfo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iada Li" userId="548712ef-b346-4164-ab4c-98259b40301a" providerId="ADAL" clId="{0F6971D5-85B3-2E45-827F-107697C6545F}"/>
    <pc:docChg chg="undo custSel modSld">
      <pc:chgData name="Jiada Li" userId="548712ef-b346-4164-ab4c-98259b40301a" providerId="ADAL" clId="{0F6971D5-85B3-2E45-827F-107697C6545F}" dt="2026-04-15T02:28:23.521" v="899" actId="1076"/>
      <pc:docMkLst>
        <pc:docMk/>
      </pc:docMkLst>
      <pc:sldChg chg="addSp delSp modSp mod">
        <pc:chgData name="Jiada Li" userId="548712ef-b346-4164-ab4c-98259b40301a" providerId="ADAL" clId="{0F6971D5-85B3-2E45-827F-107697C6545F}" dt="2026-04-15T02:28:23.521" v="899" actId="1076"/>
        <pc:sldMkLst>
          <pc:docMk/>
          <pc:sldMk cId="1849858891" sldId="256"/>
        </pc:sldMkLst>
        <pc:spChg chg="add del mod">
          <ac:chgData name="Jiada Li" userId="548712ef-b346-4164-ab4c-98259b40301a" providerId="ADAL" clId="{0F6971D5-85B3-2E45-827F-107697C6545F}" dt="2026-04-15T01:16:41.578" v="3"/>
          <ac:spMkLst>
            <pc:docMk/>
            <pc:sldMk cId="1849858891" sldId="256"/>
            <ac:spMk id="3" creationId="{C35D60F0-66F2-3EFF-74A7-6D90EE997197}"/>
          </ac:spMkLst>
        </pc:spChg>
        <pc:spChg chg="add del mod">
          <ac:chgData name="Jiada Li" userId="548712ef-b346-4164-ab4c-98259b40301a" providerId="ADAL" clId="{0F6971D5-85B3-2E45-827F-107697C6545F}" dt="2026-04-15T01:16:46.241" v="5"/>
          <ac:spMkLst>
            <pc:docMk/>
            <pc:sldMk cId="1849858891" sldId="256"/>
            <ac:spMk id="4" creationId="{CB591D71-5471-F896-46EE-389582580C08}"/>
          </ac:spMkLst>
        </pc:spChg>
        <pc:spChg chg="add del">
          <ac:chgData name="Jiada Li" userId="548712ef-b346-4164-ab4c-98259b40301a" providerId="ADAL" clId="{0F6971D5-85B3-2E45-827F-107697C6545F}" dt="2026-04-15T01:16:49.321" v="7" actId="22"/>
          <ac:spMkLst>
            <pc:docMk/>
            <pc:sldMk cId="1849858891" sldId="256"/>
            <ac:spMk id="10" creationId="{5C225B39-A088-3188-2727-A8821E168496}"/>
          </ac:spMkLst>
        </pc:spChg>
        <pc:spChg chg="add del mod">
          <ac:chgData name="Jiada Li" userId="548712ef-b346-4164-ab4c-98259b40301a" providerId="ADAL" clId="{0F6971D5-85B3-2E45-827F-107697C6545F}" dt="2026-04-15T01:17:02.171" v="14"/>
          <ac:spMkLst>
            <pc:docMk/>
            <pc:sldMk cId="1849858891" sldId="256"/>
            <ac:spMk id="14" creationId="{49E160B0-6888-552D-56AF-37FB8AA13254}"/>
          </ac:spMkLst>
        </pc:spChg>
        <pc:spChg chg="add mod">
          <ac:chgData name="Jiada Li" userId="548712ef-b346-4164-ab4c-98259b40301a" providerId="ADAL" clId="{0F6971D5-85B3-2E45-827F-107697C6545F}" dt="2026-04-15T01:39:15.497" v="518" actId="20577"/>
          <ac:spMkLst>
            <pc:docMk/>
            <pc:sldMk cId="1849858891" sldId="256"/>
            <ac:spMk id="16" creationId="{D7FD89DA-7DEF-B258-879F-2FBE2226A451}"/>
          </ac:spMkLst>
        </pc:spChg>
        <pc:spChg chg="add del mod">
          <ac:chgData name="Jiada Li" userId="548712ef-b346-4164-ab4c-98259b40301a" providerId="ADAL" clId="{0F6971D5-85B3-2E45-827F-107697C6545F}" dt="2026-04-15T01:25:31.546" v="101" actId="478"/>
          <ac:spMkLst>
            <pc:docMk/>
            <pc:sldMk cId="1849858891" sldId="256"/>
            <ac:spMk id="18" creationId="{F14C357C-242C-E66A-137C-F87F5C232417}"/>
          </ac:spMkLst>
        </pc:spChg>
        <pc:spChg chg="mod">
          <ac:chgData name="Jiada Li" userId="548712ef-b346-4164-ab4c-98259b40301a" providerId="ADAL" clId="{0F6971D5-85B3-2E45-827F-107697C6545F}" dt="2026-04-15T01:41:33.242" v="534" actId="1076"/>
          <ac:spMkLst>
            <pc:docMk/>
            <pc:sldMk cId="1849858891" sldId="256"/>
            <ac:spMk id="27" creationId="{4DCFEE4C-96F0-C0B6-D22E-EFC7F6648D42}"/>
          </ac:spMkLst>
        </pc:spChg>
        <pc:spChg chg="mod">
          <ac:chgData name="Jiada Li" userId="548712ef-b346-4164-ab4c-98259b40301a" providerId="ADAL" clId="{0F6971D5-85B3-2E45-827F-107697C6545F}" dt="2026-04-15T01:44:48.299" v="644" actId="20577"/>
          <ac:spMkLst>
            <pc:docMk/>
            <pc:sldMk cId="1849858891" sldId="256"/>
            <ac:spMk id="29" creationId="{A1A8ED24-FC03-D42D-4DA4-5606BA3E41B4}"/>
          </ac:spMkLst>
        </pc:spChg>
        <pc:spChg chg="mod">
          <ac:chgData name="Jiada Li" userId="548712ef-b346-4164-ab4c-98259b40301a" providerId="ADAL" clId="{0F6971D5-85B3-2E45-827F-107697C6545F}" dt="2026-04-15T01:49:32.688" v="898" actId="113"/>
          <ac:spMkLst>
            <pc:docMk/>
            <pc:sldMk cId="1849858891" sldId="256"/>
            <ac:spMk id="32" creationId="{A5E72279-EA8F-7D30-A34C-F03BC040B850}"/>
          </ac:spMkLst>
        </pc:spChg>
        <pc:spChg chg="mod">
          <ac:chgData name="Jiada Li" userId="548712ef-b346-4164-ab4c-98259b40301a" providerId="ADAL" clId="{0F6971D5-85B3-2E45-827F-107697C6545F}" dt="2026-04-15T01:46:20.590" v="658" actId="1076"/>
          <ac:spMkLst>
            <pc:docMk/>
            <pc:sldMk cId="1849858891" sldId="256"/>
            <ac:spMk id="34" creationId="{59BCEA52-DE73-D2C1-ED32-D1E14D3F88E2}"/>
          </ac:spMkLst>
        </pc:spChg>
        <pc:spChg chg="mod">
          <ac:chgData name="Jiada Li" userId="548712ef-b346-4164-ab4c-98259b40301a" providerId="ADAL" clId="{0F6971D5-85B3-2E45-827F-107697C6545F}" dt="2026-04-15T01:48:46.668" v="890" actId="20577"/>
          <ac:spMkLst>
            <pc:docMk/>
            <pc:sldMk cId="1849858891" sldId="256"/>
            <ac:spMk id="36" creationId="{6919C17F-7A10-8D6F-3E05-E187A359625D}"/>
          </ac:spMkLst>
        </pc:spChg>
        <pc:spChg chg="mod">
          <ac:chgData name="Jiada Li" userId="548712ef-b346-4164-ab4c-98259b40301a" providerId="ADAL" clId="{0F6971D5-85B3-2E45-827F-107697C6545F}" dt="2026-04-15T01:49:00.121" v="892" actId="1076"/>
          <ac:spMkLst>
            <pc:docMk/>
            <pc:sldMk cId="1849858891" sldId="256"/>
            <ac:spMk id="38" creationId="{BC9559D7-5281-2428-7711-D533D437D889}"/>
          </ac:spMkLst>
        </pc:spChg>
        <pc:spChg chg="add mod">
          <ac:chgData name="Jiada Li" userId="548712ef-b346-4164-ab4c-98259b40301a" providerId="ADAL" clId="{0F6971D5-85B3-2E45-827F-107697C6545F}" dt="2026-04-15T01:49:11.195" v="897" actId="20577"/>
          <ac:spMkLst>
            <pc:docMk/>
            <pc:sldMk cId="1849858891" sldId="256"/>
            <ac:spMk id="39" creationId="{94DD5608-D4C8-17F3-13A6-31642A5D8A5A}"/>
          </ac:spMkLst>
        </pc:spChg>
        <pc:picChg chg="add mod">
          <ac:chgData name="Jiada Li" userId="548712ef-b346-4164-ab4c-98259b40301a" providerId="ADAL" clId="{0F6971D5-85B3-2E45-827F-107697C6545F}" dt="2026-04-15T01:32:18.997" v="360" actId="14100"/>
          <ac:picMkLst>
            <pc:docMk/>
            <pc:sldMk cId="1849858891" sldId="256"/>
            <ac:picMk id="24" creationId="{DE97CFCF-B2C6-8824-03CC-389BB6203E57}"/>
          </ac:picMkLst>
        </pc:picChg>
        <pc:picChg chg="add mod">
          <ac:chgData name="Jiada Li" userId="548712ef-b346-4164-ab4c-98259b40301a" providerId="ADAL" clId="{0F6971D5-85B3-2E45-827F-107697C6545F}" dt="2026-04-15T01:30:59.073" v="269" actId="1076"/>
          <ac:picMkLst>
            <pc:docMk/>
            <pc:sldMk cId="1849858891" sldId="256"/>
            <ac:picMk id="28" creationId="{A873F7BD-ABCC-E843-FF65-E76EE1BD8DEA}"/>
          </ac:picMkLst>
        </pc:picChg>
        <pc:picChg chg="mod">
          <ac:chgData name="Jiada Li" userId="548712ef-b346-4164-ab4c-98259b40301a" providerId="ADAL" clId="{0F6971D5-85B3-2E45-827F-107697C6545F}" dt="2026-04-15T01:46:14.369" v="655" actId="1076"/>
          <ac:picMkLst>
            <pc:docMk/>
            <pc:sldMk cId="1849858891" sldId="256"/>
            <ac:picMk id="30" creationId="{0FA33D50-9A06-1B8C-206F-9E672317CD59}"/>
          </ac:picMkLst>
        </pc:picChg>
        <pc:picChg chg="add mod">
          <ac:chgData name="Jiada Li" userId="548712ef-b346-4164-ab4c-98259b40301a" providerId="ADAL" clId="{0F6971D5-85B3-2E45-827F-107697C6545F}" dt="2026-04-15T01:46:14.369" v="655" actId="1076"/>
          <ac:picMkLst>
            <pc:docMk/>
            <pc:sldMk cId="1849858891" sldId="256"/>
            <ac:picMk id="33" creationId="{998A6FCC-3029-E34F-CFAF-0847918D9055}"/>
          </ac:picMkLst>
        </pc:picChg>
        <pc:picChg chg="add mod">
          <ac:chgData name="Jiada Li" userId="548712ef-b346-4164-ab4c-98259b40301a" providerId="ADAL" clId="{0F6971D5-85B3-2E45-827F-107697C6545F}" dt="2026-04-15T02:28:23.521" v="899" actId="1076"/>
          <ac:picMkLst>
            <pc:docMk/>
            <pc:sldMk cId="1849858891" sldId="256"/>
            <ac:picMk id="37" creationId="{22ADC7FF-C402-DA1C-7B29-37EB3B523492}"/>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49D221-C01E-541B-EC69-575CB3FF4E64}"/>
              </a:ext>
            </a:extLst>
          </p:cNvPr>
          <p:cNvSpPr>
            <a:spLocks noGrp="1"/>
          </p:cNvSpPr>
          <p:nvPr>
            <p:ph type="ctrTitle"/>
          </p:nvPr>
        </p:nvSpPr>
        <p:spPr>
          <a:xfrm>
            <a:off x="1524000" y="1122363"/>
            <a:ext cx="9144000" cy="2387600"/>
          </a:xfrm>
        </p:spPr>
        <p:txBody>
          <a:bodyPr anchor="b"/>
          <a:lstStyle>
            <a:lvl1pPr algn="ctr">
              <a:defRPr sz="6000"/>
            </a:lvl1pPr>
          </a:lstStyle>
          <a:p>
            <a:r>
              <a:rPr kumimoji="1" lang="zh-CN" altLang="en-US"/>
              <a:t>单击此处编辑母版标题样式</a:t>
            </a:r>
          </a:p>
        </p:txBody>
      </p:sp>
      <p:sp>
        <p:nvSpPr>
          <p:cNvPr id="3" name="副标题 2">
            <a:extLst>
              <a:ext uri="{FF2B5EF4-FFF2-40B4-BE49-F238E27FC236}">
                <a16:creationId xmlns:a16="http://schemas.microsoft.com/office/drawing/2014/main" id="{3E6E17EF-E5D8-9400-6606-F5F9F0B7481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zh-CN" altLang="en-US"/>
              <a:t>单击此处编辑母版副标题样式</a:t>
            </a:r>
          </a:p>
        </p:txBody>
      </p:sp>
      <p:sp>
        <p:nvSpPr>
          <p:cNvPr id="4" name="日期占位符 3">
            <a:extLst>
              <a:ext uri="{FF2B5EF4-FFF2-40B4-BE49-F238E27FC236}">
                <a16:creationId xmlns:a16="http://schemas.microsoft.com/office/drawing/2014/main" id="{241214F5-0298-FC5A-6600-389D08C58CBE}"/>
              </a:ext>
            </a:extLst>
          </p:cNvPr>
          <p:cNvSpPr>
            <a:spLocks noGrp="1"/>
          </p:cNvSpPr>
          <p:nvPr>
            <p:ph type="dt" sz="half" idx="10"/>
          </p:nvPr>
        </p:nvSpPr>
        <p:spPr/>
        <p:txBody>
          <a:bodyPr/>
          <a:lstStyle/>
          <a:p>
            <a:fld id="{4F3CE88B-B02B-184C-9CAE-9FCDA7167E7A}" type="datetimeFigureOut">
              <a:rPr kumimoji="1" lang="zh-CN" altLang="en-US" smtClean="0"/>
              <a:t>2026/4/15</a:t>
            </a:fld>
            <a:endParaRPr kumimoji="1" lang="zh-CN" altLang="en-US"/>
          </a:p>
        </p:txBody>
      </p:sp>
      <p:sp>
        <p:nvSpPr>
          <p:cNvPr id="5" name="页脚占位符 4">
            <a:extLst>
              <a:ext uri="{FF2B5EF4-FFF2-40B4-BE49-F238E27FC236}">
                <a16:creationId xmlns:a16="http://schemas.microsoft.com/office/drawing/2014/main" id="{A9D0D27D-9386-C731-B3F8-E8A976E0EE5E}"/>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9C0AA778-0946-68C3-C1DD-1F6E015F7D18}"/>
              </a:ext>
            </a:extLst>
          </p:cNvPr>
          <p:cNvSpPr>
            <a:spLocks noGrp="1"/>
          </p:cNvSpPr>
          <p:nvPr>
            <p:ph type="sldNum" sz="quarter" idx="12"/>
          </p:nvPr>
        </p:nvSpPr>
        <p:spPr/>
        <p:txBody>
          <a:bodyPr/>
          <a:lstStyle/>
          <a:p>
            <a:fld id="{86022B42-9BCC-5B49-8F9C-B9BC904F82D0}" type="slidenum">
              <a:rPr kumimoji="1" lang="zh-CN" altLang="en-US" smtClean="0"/>
              <a:t>‹#›</a:t>
            </a:fld>
            <a:endParaRPr kumimoji="1" lang="zh-CN" altLang="en-US"/>
          </a:p>
        </p:txBody>
      </p:sp>
    </p:spTree>
    <p:extLst>
      <p:ext uri="{BB962C8B-B14F-4D97-AF65-F5344CB8AC3E}">
        <p14:creationId xmlns:p14="http://schemas.microsoft.com/office/powerpoint/2010/main" val="29029299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2E70ED9-0144-3C21-0A64-7A23699BD019}"/>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430795A6-D733-E6B9-6B76-D06FF02F6791}"/>
              </a:ext>
            </a:extLst>
          </p:cNvPr>
          <p:cNvSpPr>
            <a:spLocks noGrp="1"/>
          </p:cNvSpPr>
          <p:nvPr>
            <p:ph idx="1"/>
          </p:nvPr>
        </p:nvSpPr>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5BF2875C-5AA1-3C12-D4D0-17C523CA2E6A}"/>
              </a:ext>
            </a:extLst>
          </p:cNvPr>
          <p:cNvSpPr>
            <a:spLocks noGrp="1"/>
          </p:cNvSpPr>
          <p:nvPr>
            <p:ph type="dt" sz="half" idx="10"/>
          </p:nvPr>
        </p:nvSpPr>
        <p:spPr/>
        <p:txBody>
          <a:bodyPr/>
          <a:lstStyle/>
          <a:p>
            <a:fld id="{4F3CE88B-B02B-184C-9CAE-9FCDA7167E7A}" type="datetimeFigureOut">
              <a:rPr kumimoji="1" lang="zh-CN" altLang="en-US" smtClean="0"/>
              <a:t>2026/4/15</a:t>
            </a:fld>
            <a:endParaRPr kumimoji="1" lang="zh-CN" altLang="en-US"/>
          </a:p>
        </p:txBody>
      </p:sp>
      <p:sp>
        <p:nvSpPr>
          <p:cNvPr id="5" name="页脚占位符 4">
            <a:extLst>
              <a:ext uri="{FF2B5EF4-FFF2-40B4-BE49-F238E27FC236}">
                <a16:creationId xmlns:a16="http://schemas.microsoft.com/office/drawing/2014/main" id="{005499E0-DF13-2AFC-3EEF-BEDF249A926E}"/>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1D03D4C4-3602-268B-DEAD-110A902138E0}"/>
              </a:ext>
            </a:extLst>
          </p:cNvPr>
          <p:cNvSpPr>
            <a:spLocks noGrp="1"/>
          </p:cNvSpPr>
          <p:nvPr>
            <p:ph type="sldNum" sz="quarter" idx="12"/>
          </p:nvPr>
        </p:nvSpPr>
        <p:spPr/>
        <p:txBody>
          <a:bodyPr/>
          <a:lstStyle/>
          <a:p>
            <a:fld id="{86022B42-9BCC-5B49-8F9C-B9BC904F82D0}" type="slidenum">
              <a:rPr kumimoji="1" lang="zh-CN" altLang="en-US" smtClean="0"/>
              <a:t>‹#›</a:t>
            </a:fld>
            <a:endParaRPr kumimoji="1" lang="zh-CN" altLang="en-US"/>
          </a:p>
        </p:txBody>
      </p:sp>
    </p:spTree>
    <p:extLst>
      <p:ext uri="{BB962C8B-B14F-4D97-AF65-F5344CB8AC3E}">
        <p14:creationId xmlns:p14="http://schemas.microsoft.com/office/powerpoint/2010/main" val="18516958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FFC4C7-3D6F-CB1F-DC5B-E3628EAC1503}"/>
              </a:ext>
            </a:extLst>
          </p:cNvPr>
          <p:cNvSpPr>
            <a:spLocks noGrp="1"/>
          </p:cNvSpPr>
          <p:nvPr>
            <p:ph type="title"/>
          </p:nvPr>
        </p:nvSpPr>
        <p:spPr>
          <a:xfrm>
            <a:off x="831850" y="1709738"/>
            <a:ext cx="10515600" cy="2852737"/>
          </a:xfrm>
        </p:spPr>
        <p:txBody>
          <a:bodyPr anchor="b"/>
          <a:lstStyle>
            <a:lvl1pPr>
              <a:defRPr sz="6000"/>
            </a:lvl1pPr>
          </a:lstStyle>
          <a:p>
            <a:r>
              <a:rPr kumimoji="1" lang="zh-CN" altLang="en-US"/>
              <a:t>单击此处编辑母版标题样式</a:t>
            </a:r>
          </a:p>
        </p:txBody>
      </p:sp>
      <p:sp>
        <p:nvSpPr>
          <p:cNvPr id="3" name="文本占位符 2">
            <a:extLst>
              <a:ext uri="{FF2B5EF4-FFF2-40B4-BE49-F238E27FC236}">
                <a16:creationId xmlns:a16="http://schemas.microsoft.com/office/drawing/2014/main" id="{D10AE0D3-E1F9-94DE-DF04-502C487351F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zh-CN" altLang="en-US"/>
              <a:t>单击此处编辑母版文本样式</a:t>
            </a:r>
          </a:p>
        </p:txBody>
      </p:sp>
      <p:sp>
        <p:nvSpPr>
          <p:cNvPr id="4" name="日期占位符 3">
            <a:extLst>
              <a:ext uri="{FF2B5EF4-FFF2-40B4-BE49-F238E27FC236}">
                <a16:creationId xmlns:a16="http://schemas.microsoft.com/office/drawing/2014/main" id="{E49E8E80-F331-DB19-FC95-28789739762D}"/>
              </a:ext>
            </a:extLst>
          </p:cNvPr>
          <p:cNvSpPr>
            <a:spLocks noGrp="1"/>
          </p:cNvSpPr>
          <p:nvPr>
            <p:ph type="dt" sz="half" idx="10"/>
          </p:nvPr>
        </p:nvSpPr>
        <p:spPr/>
        <p:txBody>
          <a:bodyPr/>
          <a:lstStyle/>
          <a:p>
            <a:fld id="{4F3CE88B-B02B-184C-9CAE-9FCDA7167E7A}" type="datetimeFigureOut">
              <a:rPr kumimoji="1" lang="zh-CN" altLang="en-US" smtClean="0"/>
              <a:t>2026/4/15</a:t>
            </a:fld>
            <a:endParaRPr kumimoji="1" lang="zh-CN" altLang="en-US"/>
          </a:p>
        </p:txBody>
      </p:sp>
      <p:sp>
        <p:nvSpPr>
          <p:cNvPr id="5" name="页脚占位符 4">
            <a:extLst>
              <a:ext uri="{FF2B5EF4-FFF2-40B4-BE49-F238E27FC236}">
                <a16:creationId xmlns:a16="http://schemas.microsoft.com/office/drawing/2014/main" id="{12C2D665-55AF-88C0-D78F-A6427F99DFCA}"/>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8B261B6E-29B0-A9B7-D527-8B4D23584EB2}"/>
              </a:ext>
            </a:extLst>
          </p:cNvPr>
          <p:cNvSpPr>
            <a:spLocks noGrp="1"/>
          </p:cNvSpPr>
          <p:nvPr>
            <p:ph type="sldNum" sz="quarter" idx="12"/>
          </p:nvPr>
        </p:nvSpPr>
        <p:spPr/>
        <p:txBody>
          <a:bodyPr/>
          <a:lstStyle/>
          <a:p>
            <a:fld id="{86022B42-9BCC-5B49-8F9C-B9BC904F82D0}" type="slidenum">
              <a:rPr kumimoji="1" lang="zh-CN" altLang="en-US" smtClean="0"/>
              <a:t>‹#›</a:t>
            </a:fld>
            <a:endParaRPr kumimoji="1" lang="zh-CN" altLang="en-US"/>
          </a:p>
        </p:txBody>
      </p:sp>
    </p:spTree>
    <p:extLst>
      <p:ext uri="{BB962C8B-B14F-4D97-AF65-F5344CB8AC3E}">
        <p14:creationId xmlns:p14="http://schemas.microsoft.com/office/powerpoint/2010/main" val="4965594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DA85B22-D86B-1F66-BE33-845CE5F4378E}"/>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372F559C-6E3E-3480-1D12-24CAE65DEBDC}"/>
              </a:ext>
            </a:extLst>
          </p:cNvPr>
          <p:cNvSpPr>
            <a:spLocks noGrp="1"/>
          </p:cNvSpPr>
          <p:nvPr>
            <p:ph sz="half" idx="1"/>
          </p:nvPr>
        </p:nvSpPr>
        <p:spPr>
          <a:xfrm>
            <a:off x="838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内容占位符 3">
            <a:extLst>
              <a:ext uri="{FF2B5EF4-FFF2-40B4-BE49-F238E27FC236}">
                <a16:creationId xmlns:a16="http://schemas.microsoft.com/office/drawing/2014/main" id="{5D33CD2A-E122-9383-1C21-2AD19E91579C}"/>
              </a:ext>
            </a:extLst>
          </p:cNvPr>
          <p:cNvSpPr>
            <a:spLocks noGrp="1"/>
          </p:cNvSpPr>
          <p:nvPr>
            <p:ph sz="half" idx="2"/>
          </p:nvPr>
        </p:nvSpPr>
        <p:spPr>
          <a:xfrm>
            <a:off x="6172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日期占位符 4">
            <a:extLst>
              <a:ext uri="{FF2B5EF4-FFF2-40B4-BE49-F238E27FC236}">
                <a16:creationId xmlns:a16="http://schemas.microsoft.com/office/drawing/2014/main" id="{E8584E2D-F9E6-9602-0900-F77CC330005C}"/>
              </a:ext>
            </a:extLst>
          </p:cNvPr>
          <p:cNvSpPr>
            <a:spLocks noGrp="1"/>
          </p:cNvSpPr>
          <p:nvPr>
            <p:ph type="dt" sz="half" idx="10"/>
          </p:nvPr>
        </p:nvSpPr>
        <p:spPr/>
        <p:txBody>
          <a:bodyPr/>
          <a:lstStyle/>
          <a:p>
            <a:fld id="{4F3CE88B-B02B-184C-9CAE-9FCDA7167E7A}" type="datetimeFigureOut">
              <a:rPr kumimoji="1" lang="zh-CN" altLang="en-US" smtClean="0"/>
              <a:t>2026/4/15</a:t>
            </a:fld>
            <a:endParaRPr kumimoji="1" lang="zh-CN" altLang="en-US"/>
          </a:p>
        </p:txBody>
      </p:sp>
      <p:sp>
        <p:nvSpPr>
          <p:cNvPr id="6" name="页脚占位符 5">
            <a:extLst>
              <a:ext uri="{FF2B5EF4-FFF2-40B4-BE49-F238E27FC236}">
                <a16:creationId xmlns:a16="http://schemas.microsoft.com/office/drawing/2014/main" id="{EED8AC75-0067-BA91-798A-96B19398D51C}"/>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7DBDEF0E-EF78-1259-2E05-B0338385E9AF}"/>
              </a:ext>
            </a:extLst>
          </p:cNvPr>
          <p:cNvSpPr>
            <a:spLocks noGrp="1"/>
          </p:cNvSpPr>
          <p:nvPr>
            <p:ph type="sldNum" sz="quarter" idx="12"/>
          </p:nvPr>
        </p:nvSpPr>
        <p:spPr/>
        <p:txBody>
          <a:bodyPr/>
          <a:lstStyle/>
          <a:p>
            <a:fld id="{86022B42-9BCC-5B49-8F9C-B9BC904F82D0}" type="slidenum">
              <a:rPr kumimoji="1" lang="zh-CN" altLang="en-US" smtClean="0"/>
              <a:t>‹#›</a:t>
            </a:fld>
            <a:endParaRPr kumimoji="1" lang="zh-CN" altLang="en-US"/>
          </a:p>
        </p:txBody>
      </p:sp>
    </p:spTree>
    <p:extLst>
      <p:ext uri="{BB962C8B-B14F-4D97-AF65-F5344CB8AC3E}">
        <p14:creationId xmlns:p14="http://schemas.microsoft.com/office/powerpoint/2010/main" val="30759533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B4B8E3-B552-BE64-EE24-47293F76DCCD}"/>
              </a:ext>
            </a:extLst>
          </p:cNvPr>
          <p:cNvSpPr>
            <a:spLocks noGrp="1"/>
          </p:cNvSpPr>
          <p:nvPr>
            <p:ph type="title"/>
          </p:nvPr>
        </p:nvSpPr>
        <p:spPr>
          <a:xfrm>
            <a:off x="839788" y="365125"/>
            <a:ext cx="10515600" cy="1325563"/>
          </a:xfrm>
        </p:spPr>
        <p:txBody>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6A6489CD-1D37-3153-DE13-E359871EEED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4" name="内容占位符 3">
            <a:extLst>
              <a:ext uri="{FF2B5EF4-FFF2-40B4-BE49-F238E27FC236}">
                <a16:creationId xmlns:a16="http://schemas.microsoft.com/office/drawing/2014/main" id="{F6A4ED08-D401-AD62-889F-A302D76089BA}"/>
              </a:ext>
            </a:extLst>
          </p:cNvPr>
          <p:cNvSpPr>
            <a:spLocks noGrp="1"/>
          </p:cNvSpPr>
          <p:nvPr>
            <p:ph sz="half" idx="2"/>
          </p:nvPr>
        </p:nvSpPr>
        <p:spPr>
          <a:xfrm>
            <a:off x="839788" y="2505075"/>
            <a:ext cx="5157787"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文本占位符 4">
            <a:extLst>
              <a:ext uri="{FF2B5EF4-FFF2-40B4-BE49-F238E27FC236}">
                <a16:creationId xmlns:a16="http://schemas.microsoft.com/office/drawing/2014/main" id="{074CECE6-9AA2-1630-7FA0-65C96935334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6" name="内容占位符 5">
            <a:extLst>
              <a:ext uri="{FF2B5EF4-FFF2-40B4-BE49-F238E27FC236}">
                <a16:creationId xmlns:a16="http://schemas.microsoft.com/office/drawing/2014/main" id="{F2596A51-ED81-F217-B674-FD7E6FB01710}"/>
              </a:ext>
            </a:extLst>
          </p:cNvPr>
          <p:cNvSpPr>
            <a:spLocks noGrp="1"/>
          </p:cNvSpPr>
          <p:nvPr>
            <p:ph sz="quarter" idx="4"/>
          </p:nvPr>
        </p:nvSpPr>
        <p:spPr>
          <a:xfrm>
            <a:off x="6172200" y="2505075"/>
            <a:ext cx="5183188"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7" name="日期占位符 6">
            <a:extLst>
              <a:ext uri="{FF2B5EF4-FFF2-40B4-BE49-F238E27FC236}">
                <a16:creationId xmlns:a16="http://schemas.microsoft.com/office/drawing/2014/main" id="{2CD76251-621E-346A-A97E-35AB623264FF}"/>
              </a:ext>
            </a:extLst>
          </p:cNvPr>
          <p:cNvSpPr>
            <a:spLocks noGrp="1"/>
          </p:cNvSpPr>
          <p:nvPr>
            <p:ph type="dt" sz="half" idx="10"/>
          </p:nvPr>
        </p:nvSpPr>
        <p:spPr/>
        <p:txBody>
          <a:bodyPr/>
          <a:lstStyle/>
          <a:p>
            <a:fld id="{4F3CE88B-B02B-184C-9CAE-9FCDA7167E7A}" type="datetimeFigureOut">
              <a:rPr kumimoji="1" lang="zh-CN" altLang="en-US" smtClean="0"/>
              <a:t>2026/4/15</a:t>
            </a:fld>
            <a:endParaRPr kumimoji="1" lang="zh-CN" altLang="en-US"/>
          </a:p>
        </p:txBody>
      </p:sp>
      <p:sp>
        <p:nvSpPr>
          <p:cNvPr id="8" name="页脚占位符 7">
            <a:extLst>
              <a:ext uri="{FF2B5EF4-FFF2-40B4-BE49-F238E27FC236}">
                <a16:creationId xmlns:a16="http://schemas.microsoft.com/office/drawing/2014/main" id="{11BD6D2A-FFFA-3E0E-A208-F132E88F315A}"/>
              </a:ext>
            </a:extLst>
          </p:cNvPr>
          <p:cNvSpPr>
            <a:spLocks noGrp="1"/>
          </p:cNvSpPr>
          <p:nvPr>
            <p:ph type="ftr" sz="quarter" idx="11"/>
          </p:nvPr>
        </p:nvSpPr>
        <p:spPr/>
        <p:txBody>
          <a:bodyPr/>
          <a:lstStyle/>
          <a:p>
            <a:endParaRPr kumimoji="1" lang="zh-CN" altLang="en-US"/>
          </a:p>
        </p:txBody>
      </p:sp>
      <p:sp>
        <p:nvSpPr>
          <p:cNvPr id="9" name="灯片编号占位符 8">
            <a:extLst>
              <a:ext uri="{FF2B5EF4-FFF2-40B4-BE49-F238E27FC236}">
                <a16:creationId xmlns:a16="http://schemas.microsoft.com/office/drawing/2014/main" id="{A0129A03-6B3F-0D57-AA97-9A0EB0D1E434}"/>
              </a:ext>
            </a:extLst>
          </p:cNvPr>
          <p:cNvSpPr>
            <a:spLocks noGrp="1"/>
          </p:cNvSpPr>
          <p:nvPr>
            <p:ph type="sldNum" sz="quarter" idx="12"/>
          </p:nvPr>
        </p:nvSpPr>
        <p:spPr/>
        <p:txBody>
          <a:bodyPr/>
          <a:lstStyle/>
          <a:p>
            <a:fld id="{86022B42-9BCC-5B49-8F9C-B9BC904F82D0}" type="slidenum">
              <a:rPr kumimoji="1" lang="zh-CN" altLang="en-US" smtClean="0"/>
              <a:t>‹#›</a:t>
            </a:fld>
            <a:endParaRPr kumimoji="1" lang="zh-CN" altLang="en-US"/>
          </a:p>
        </p:txBody>
      </p:sp>
    </p:spTree>
    <p:extLst>
      <p:ext uri="{BB962C8B-B14F-4D97-AF65-F5344CB8AC3E}">
        <p14:creationId xmlns:p14="http://schemas.microsoft.com/office/powerpoint/2010/main" val="36547248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B341036-37DB-7531-A551-C2E2675C8C13}"/>
              </a:ext>
            </a:extLst>
          </p:cNvPr>
          <p:cNvSpPr>
            <a:spLocks noGrp="1"/>
          </p:cNvSpPr>
          <p:nvPr>
            <p:ph type="title"/>
          </p:nvPr>
        </p:nvSpPr>
        <p:spPr/>
        <p:txBody>
          <a:bodyPr/>
          <a:lstStyle/>
          <a:p>
            <a:r>
              <a:rPr kumimoji="1" lang="zh-CN" altLang="en-US"/>
              <a:t>单击此处编辑母版标题样式</a:t>
            </a:r>
          </a:p>
        </p:txBody>
      </p:sp>
      <p:sp>
        <p:nvSpPr>
          <p:cNvPr id="3" name="日期占位符 2">
            <a:extLst>
              <a:ext uri="{FF2B5EF4-FFF2-40B4-BE49-F238E27FC236}">
                <a16:creationId xmlns:a16="http://schemas.microsoft.com/office/drawing/2014/main" id="{8E29BDBC-01EF-B2D3-2AE9-666A56ED87A5}"/>
              </a:ext>
            </a:extLst>
          </p:cNvPr>
          <p:cNvSpPr>
            <a:spLocks noGrp="1"/>
          </p:cNvSpPr>
          <p:nvPr>
            <p:ph type="dt" sz="half" idx="10"/>
          </p:nvPr>
        </p:nvSpPr>
        <p:spPr/>
        <p:txBody>
          <a:bodyPr/>
          <a:lstStyle/>
          <a:p>
            <a:fld id="{4F3CE88B-B02B-184C-9CAE-9FCDA7167E7A}" type="datetimeFigureOut">
              <a:rPr kumimoji="1" lang="zh-CN" altLang="en-US" smtClean="0"/>
              <a:t>2026/4/15</a:t>
            </a:fld>
            <a:endParaRPr kumimoji="1" lang="zh-CN" altLang="en-US"/>
          </a:p>
        </p:txBody>
      </p:sp>
      <p:sp>
        <p:nvSpPr>
          <p:cNvPr id="4" name="页脚占位符 3">
            <a:extLst>
              <a:ext uri="{FF2B5EF4-FFF2-40B4-BE49-F238E27FC236}">
                <a16:creationId xmlns:a16="http://schemas.microsoft.com/office/drawing/2014/main" id="{15CF1503-8212-D0DC-C278-6E4E7FE370F2}"/>
              </a:ext>
            </a:extLst>
          </p:cNvPr>
          <p:cNvSpPr>
            <a:spLocks noGrp="1"/>
          </p:cNvSpPr>
          <p:nvPr>
            <p:ph type="ftr" sz="quarter" idx="11"/>
          </p:nvPr>
        </p:nvSpPr>
        <p:spPr/>
        <p:txBody>
          <a:bodyPr/>
          <a:lstStyle/>
          <a:p>
            <a:endParaRPr kumimoji="1" lang="zh-CN" altLang="en-US"/>
          </a:p>
        </p:txBody>
      </p:sp>
      <p:sp>
        <p:nvSpPr>
          <p:cNvPr id="5" name="灯片编号占位符 4">
            <a:extLst>
              <a:ext uri="{FF2B5EF4-FFF2-40B4-BE49-F238E27FC236}">
                <a16:creationId xmlns:a16="http://schemas.microsoft.com/office/drawing/2014/main" id="{645528BD-4ECB-40F3-2143-DBEAF9657DA8}"/>
              </a:ext>
            </a:extLst>
          </p:cNvPr>
          <p:cNvSpPr>
            <a:spLocks noGrp="1"/>
          </p:cNvSpPr>
          <p:nvPr>
            <p:ph type="sldNum" sz="quarter" idx="12"/>
          </p:nvPr>
        </p:nvSpPr>
        <p:spPr/>
        <p:txBody>
          <a:bodyPr/>
          <a:lstStyle/>
          <a:p>
            <a:fld id="{86022B42-9BCC-5B49-8F9C-B9BC904F82D0}" type="slidenum">
              <a:rPr kumimoji="1" lang="zh-CN" altLang="en-US" smtClean="0"/>
              <a:t>‹#›</a:t>
            </a:fld>
            <a:endParaRPr kumimoji="1" lang="zh-CN" altLang="en-US"/>
          </a:p>
        </p:txBody>
      </p:sp>
    </p:spTree>
    <p:extLst>
      <p:ext uri="{BB962C8B-B14F-4D97-AF65-F5344CB8AC3E}">
        <p14:creationId xmlns:p14="http://schemas.microsoft.com/office/powerpoint/2010/main" val="11019113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C7C096F1-83D5-7481-DB00-611C6D0EFB5D}"/>
              </a:ext>
            </a:extLst>
          </p:cNvPr>
          <p:cNvSpPr>
            <a:spLocks noGrp="1"/>
          </p:cNvSpPr>
          <p:nvPr>
            <p:ph type="dt" sz="half" idx="10"/>
          </p:nvPr>
        </p:nvSpPr>
        <p:spPr/>
        <p:txBody>
          <a:bodyPr/>
          <a:lstStyle/>
          <a:p>
            <a:fld id="{4F3CE88B-B02B-184C-9CAE-9FCDA7167E7A}" type="datetimeFigureOut">
              <a:rPr kumimoji="1" lang="zh-CN" altLang="en-US" smtClean="0"/>
              <a:t>2026/4/15</a:t>
            </a:fld>
            <a:endParaRPr kumimoji="1" lang="zh-CN" altLang="en-US"/>
          </a:p>
        </p:txBody>
      </p:sp>
      <p:sp>
        <p:nvSpPr>
          <p:cNvPr id="3" name="页脚占位符 2">
            <a:extLst>
              <a:ext uri="{FF2B5EF4-FFF2-40B4-BE49-F238E27FC236}">
                <a16:creationId xmlns:a16="http://schemas.microsoft.com/office/drawing/2014/main" id="{1D9AB1AA-D7F9-8B51-359C-5E7B2C646FAC}"/>
              </a:ext>
            </a:extLst>
          </p:cNvPr>
          <p:cNvSpPr>
            <a:spLocks noGrp="1"/>
          </p:cNvSpPr>
          <p:nvPr>
            <p:ph type="ftr" sz="quarter" idx="11"/>
          </p:nvPr>
        </p:nvSpPr>
        <p:spPr/>
        <p:txBody>
          <a:bodyPr/>
          <a:lstStyle/>
          <a:p>
            <a:endParaRPr kumimoji="1" lang="zh-CN" altLang="en-US"/>
          </a:p>
        </p:txBody>
      </p:sp>
      <p:sp>
        <p:nvSpPr>
          <p:cNvPr id="4" name="灯片编号占位符 3">
            <a:extLst>
              <a:ext uri="{FF2B5EF4-FFF2-40B4-BE49-F238E27FC236}">
                <a16:creationId xmlns:a16="http://schemas.microsoft.com/office/drawing/2014/main" id="{926FCF1F-B1C1-72D6-D119-793CDCC91E73}"/>
              </a:ext>
            </a:extLst>
          </p:cNvPr>
          <p:cNvSpPr>
            <a:spLocks noGrp="1"/>
          </p:cNvSpPr>
          <p:nvPr>
            <p:ph type="sldNum" sz="quarter" idx="12"/>
          </p:nvPr>
        </p:nvSpPr>
        <p:spPr/>
        <p:txBody>
          <a:bodyPr/>
          <a:lstStyle/>
          <a:p>
            <a:fld id="{86022B42-9BCC-5B49-8F9C-B9BC904F82D0}" type="slidenum">
              <a:rPr kumimoji="1" lang="zh-CN" altLang="en-US" smtClean="0"/>
              <a:t>‹#›</a:t>
            </a:fld>
            <a:endParaRPr kumimoji="1" lang="zh-CN" altLang="en-US"/>
          </a:p>
        </p:txBody>
      </p:sp>
    </p:spTree>
    <p:extLst>
      <p:ext uri="{BB962C8B-B14F-4D97-AF65-F5344CB8AC3E}">
        <p14:creationId xmlns:p14="http://schemas.microsoft.com/office/powerpoint/2010/main" val="7940459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624EC17-1474-4151-CD43-4CF37212267B}"/>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内容占位符 2">
            <a:extLst>
              <a:ext uri="{FF2B5EF4-FFF2-40B4-BE49-F238E27FC236}">
                <a16:creationId xmlns:a16="http://schemas.microsoft.com/office/drawing/2014/main" id="{1F6CE683-13B2-5543-E709-12167878D7B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文本占位符 3">
            <a:extLst>
              <a:ext uri="{FF2B5EF4-FFF2-40B4-BE49-F238E27FC236}">
                <a16:creationId xmlns:a16="http://schemas.microsoft.com/office/drawing/2014/main" id="{AEE753ED-9908-C991-55B6-BA74C41E80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78AC0CD0-1181-7312-9EE3-1C6E9A953E52}"/>
              </a:ext>
            </a:extLst>
          </p:cNvPr>
          <p:cNvSpPr>
            <a:spLocks noGrp="1"/>
          </p:cNvSpPr>
          <p:nvPr>
            <p:ph type="dt" sz="half" idx="10"/>
          </p:nvPr>
        </p:nvSpPr>
        <p:spPr/>
        <p:txBody>
          <a:bodyPr/>
          <a:lstStyle/>
          <a:p>
            <a:fld id="{4F3CE88B-B02B-184C-9CAE-9FCDA7167E7A}" type="datetimeFigureOut">
              <a:rPr kumimoji="1" lang="zh-CN" altLang="en-US" smtClean="0"/>
              <a:t>2026/4/15</a:t>
            </a:fld>
            <a:endParaRPr kumimoji="1" lang="zh-CN" altLang="en-US"/>
          </a:p>
        </p:txBody>
      </p:sp>
      <p:sp>
        <p:nvSpPr>
          <p:cNvPr id="6" name="页脚占位符 5">
            <a:extLst>
              <a:ext uri="{FF2B5EF4-FFF2-40B4-BE49-F238E27FC236}">
                <a16:creationId xmlns:a16="http://schemas.microsoft.com/office/drawing/2014/main" id="{931D950A-1818-7E27-695F-3794EC3541CC}"/>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2E136D78-1D59-8B33-0E89-E87A252AAC4D}"/>
              </a:ext>
            </a:extLst>
          </p:cNvPr>
          <p:cNvSpPr>
            <a:spLocks noGrp="1"/>
          </p:cNvSpPr>
          <p:nvPr>
            <p:ph type="sldNum" sz="quarter" idx="12"/>
          </p:nvPr>
        </p:nvSpPr>
        <p:spPr/>
        <p:txBody>
          <a:bodyPr/>
          <a:lstStyle/>
          <a:p>
            <a:fld id="{86022B42-9BCC-5B49-8F9C-B9BC904F82D0}" type="slidenum">
              <a:rPr kumimoji="1" lang="zh-CN" altLang="en-US" smtClean="0"/>
              <a:t>‹#›</a:t>
            </a:fld>
            <a:endParaRPr kumimoji="1" lang="zh-CN" altLang="en-US"/>
          </a:p>
        </p:txBody>
      </p:sp>
    </p:spTree>
    <p:extLst>
      <p:ext uri="{BB962C8B-B14F-4D97-AF65-F5344CB8AC3E}">
        <p14:creationId xmlns:p14="http://schemas.microsoft.com/office/powerpoint/2010/main" val="26842913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70C5005-78AE-4E0B-70B0-4397088DB364}"/>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图片占位符 2">
            <a:extLst>
              <a:ext uri="{FF2B5EF4-FFF2-40B4-BE49-F238E27FC236}">
                <a16:creationId xmlns:a16="http://schemas.microsoft.com/office/drawing/2014/main" id="{548C5A61-1B94-8252-4BB2-AD0064474DA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zh-CN" altLang="en-US"/>
          </a:p>
        </p:txBody>
      </p:sp>
      <p:sp>
        <p:nvSpPr>
          <p:cNvPr id="4" name="文本占位符 3">
            <a:extLst>
              <a:ext uri="{FF2B5EF4-FFF2-40B4-BE49-F238E27FC236}">
                <a16:creationId xmlns:a16="http://schemas.microsoft.com/office/drawing/2014/main" id="{A7CB604A-FFEF-108D-F30E-8E8D0F6B901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34087473-3022-5A8C-D4D2-571BBB7CB86F}"/>
              </a:ext>
            </a:extLst>
          </p:cNvPr>
          <p:cNvSpPr>
            <a:spLocks noGrp="1"/>
          </p:cNvSpPr>
          <p:nvPr>
            <p:ph type="dt" sz="half" idx="10"/>
          </p:nvPr>
        </p:nvSpPr>
        <p:spPr/>
        <p:txBody>
          <a:bodyPr/>
          <a:lstStyle/>
          <a:p>
            <a:fld id="{4F3CE88B-B02B-184C-9CAE-9FCDA7167E7A}" type="datetimeFigureOut">
              <a:rPr kumimoji="1" lang="zh-CN" altLang="en-US" smtClean="0"/>
              <a:t>2026/4/15</a:t>
            </a:fld>
            <a:endParaRPr kumimoji="1" lang="zh-CN" altLang="en-US"/>
          </a:p>
        </p:txBody>
      </p:sp>
      <p:sp>
        <p:nvSpPr>
          <p:cNvPr id="6" name="页脚占位符 5">
            <a:extLst>
              <a:ext uri="{FF2B5EF4-FFF2-40B4-BE49-F238E27FC236}">
                <a16:creationId xmlns:a16="http://schemas.microsoft.com/office/drawing/2014/main" id="{BBA510F5-3113-EF7D-95A4-C372D9040D32}"/>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5228564E-DD66-CBCB-40A2-16780B1316B0}"/>
              </a:ext>
            </a:extLst>
          </p:cNvPr>
          <p:cNvSpPr>
            <a:spLocks noGrp="1"/>
          </p:cNvSpPr>
          <p:nvPr>
            <p:ph type="sldNum" sz="quarter" idx="12"/>
          </p:nvPr>
        </p:nvSpPr>
        <p:spPr/>
        <p:txBody>
          <a:bodyPr/>
          <a:lstStyle/>
          <a:p>
            <a:fld id="{86022B42-9BCC-5B49-8F9C-B9BC904F82D0}" type="slidenum">
              <a:rPr kumimoji="1" lang="zh-CN" altLang="en-US" smtClean="0"/>
              <a:t>‹#›</a:t>
            </a:fld>
            <a:endParaRPr kumimoji="1" lang="zh-CN" altLang="en-US"/>
          </a:p>
        </p:txBody>
      </p:sp>
    </p:spTree>
    <p:extLst>
      <p:ext uri="{BB962C8B-B14F-4D97-AF65-F5344CB8AC3E}">
        <p14:creationId xmlns:p14="http://schemas.microsoft.com/office/powerpoint/2010/main" val="9052114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BAA3DA-1BCE-D3E3-1547-8661AD0B05E2}"/>
              </a:ext>
            </a:extLst>
          </p:cNvPr>
          <p:cNvSpPr>
            <a:spLocks noGrp="1"/>
          </p:cNvSpPr>
          <p:nvPr>
            <p:ph type="title"/>
          </p:nvPr>
        </p:nvSpPr>
        <p:spPr/>
        <p:txBody>
          <a:bodyPr/>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6F6AEFFE-6D0F-AACB-E639-2FE4A1AF47D1}"/>
              </a:ext>
            </a:extLst>
          </p:cNvPr>
          <p:cNvSpPr>
            <a:spLocks noGrp="1"/>
          </p:cNvSpPr>
          <p:nvPr>
            <p:ph type="body" orient="vert" idx="1"/>
          </p:nvPr>
        </p:nvSpPr>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10BA1609-9228-44EF-E29E-E351096CF0C0}"/>
              </a:ext>
            </a:extLst>
          </p:cNvPr>
          <p:cNvSpPr>
            <a:spLocks noGrp="1"/>
          </p:cNvSpPr>
          <p:nvPr>
            <p:ph type="dt" sz="half" idx="10"/>
          </p:nvPr>
        </p:nvSpPr>
        <p:spPr/>
        <p:txBody>
          <a:bodyPr/>
          <a:lstStyle/>
          <a:p>
            <a:fld id="{4F3CE88B-B02B-184C-9CAE-9FCDA7167E7A}" type="datetimeFigureOut">
              <a:rPr kumimoji="1" lang="zh-CN" altLang="en-US" smtClean="0"/>
              <a:t>2026/4/15</a:t>
            </a:fld>
            <a:endParaRPr kumimoji="1" lang="zh-CN" altLang="en-US"/>
          </a:p>
        </p:txBody>
      </p:sp>
      <p:sp>
        <p:nvSpPr>
          <p:cNvPr id="5" name="页脚占位符 4">
            <a:extLst>
              <a:ext uri="{FF2B5EF4-FFF2-40B4-BE49-F238E27FC236}">
                <a16:creationId xmlns:a16="http://schemas.microsoft.com/office/drawing/2014/main" id="{B63032D5-D1F7-44CC-9BA1-E724FB0CC954}"/>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893A8FAA-FBC5-FF6B-43B2-484F93B91C2B}"/>
              </a:ext>
            </a:extLst>
          </p:cNvPr>
          <p:cNvSpPr>
            <a:spLocks noGrp="1"/>
          </p:cNvSpPr>
          <p:nvPr>
            <p:ph type="sldNum" sz="quarter" idx="12"/>
          </p:nvPr>
        </p:nvSpPr>
        <p:spPr/>
        <p:txBody>
          <a:bodyPr/>
          <a:lstStyle/>
          <a:p>
            <a:fld id="{86022B42-9BCC-5B49-8F9C-B9BC904F82D0}" type="slidenum">
              <a:rPr kumimoji="1" lang="zh-CN" altLang="en-US" smtClean="0"/>
              <a:t>‹#›</a:t>
            </a:fld>
            <a:endParaRPr kumimoji="1" lang="zh-CN" altLang="en-US"/>
          </a:p>
        </p:txBody>
      </p:sp>
    </p:spTree>
    <p:extLst>
      <p:ext uri="{BB962C8B-B14F-4D97-AF65-F5344CB8AC3E}">
        <p14:creationId xmlns:p14="http://schemas.microsoft.com/office/powerpoint/2010/main" val="22464122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ADBFAE82-AB5D-13D7-DF76-9C88C1F8428C}"/>
              </a:ext>
            </a:extLst>
          </p:cNvPr>
          <p:cNvSpPr>
            <a:spLocks noGrp="1"/>
          </p:cNvSpPr>
          <p:nvPr>
            <p:ph type="title" orient="vert"/>
          </p:nvPr>
        </p:nvSpPr>
        <p:spPr>
          <a:xfrm>
            <a:off x="8724900" y="365125"/>
            <a:ext cx="2628900" cy="5811838"/>
          </a:xfrm>
        </p:spPr>
        <p:txBody>
          <a:bodyPr vert="eaVert"/>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08602CCB-0E59-F939-76A7-CBAB87548F18}"/>
              </a:ext>
            </a:extLst>
          </p:cNvPr>
          <p:cNvSpPr>
            <a:spLocks noGrp="1"/>
          </p:cNvSpPr>
          <p:nvPr>
            <p:ph type="body" orient="vert" idx="1"/>
          </p:nvPr>
        </p:nvSpPr>
        <p:spPr>
          <a:xfrm>
            <a:off x="838200" y="365125"/>
            <a:ext cx="7734300" cy="5811838"/>
          </a:xfrm>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3F4163D3-0491-34D8-702E-37712AE39635}"/>
              </a:ext>
            </a:extLst>
          </p:cNvPr>
          <p:cNvSpPr>
            <a:spLocks noGrp="1"/>
          </p:cNvSpPr>
          <p:nvPr>
            <p:ph type="dt" sz="half" idx="10"/>
          </p:nvPr>
        </p:nvSpPr>
        <p:spPr/>
        <p:txBody>
          <a:bodyPr/>
          <a:lstStyle/>
          <a:p>
            <a:fld id="{4F3CE88B-B02B-184C-9CAE-9FCDA7167E7A}" type="datetimeFigureOut">
              <a:rPr kumimoji="1" lang="zh-CN" altLang="en-US" smtClean="0"/>
              <a:t>2026/4/15</a:t>
            </a:fld>
            <a:endParaRPr kumimoji="1" lang="zh-CN" altLang="en-US"/>
          </a:p>
        </p:txBody>
      </p:sp>
      <p:sp>
        <p:nvSpPr>
          <p:cNvPr id="5" name="页脚占位符 4">
            <a:extLst>
              <a:ext uri="{FF2B5EF4-FFF2-40B4-BE49-F238E27FC236}">
                <a16:creationId xmlns:a16="http://schemas.microsoft.com/office/drawing/2014/main" id="{001A0AE4-A75B-D14F-0184-C437A7558010}"/>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F0D54913-90B7-C016-1B45-7361BB98E401}"/>
              </a:ext>
            </a:extLst>
          </p:cNvPr>
          <p:cNvSpPr>
            <a:spLocks noGrp="1"/>
          </p:cNvSpPr>
          <p:nvPr>
            <p:ph type="sldNum" sz="quarter" idx="12"/>
          </p:nvPr>
        </p:nvSpPr>
        <p:spPr/>
        <p:txBody>
          <a:bodyPr/>
          <a:lstStyle/>
          <a:p>
            <a:fld id="{86022B42-9BCC-5B49-8F9C-B9BC904F82D0}" type="slidenum">
              <a:rPr kumimoji="1" lang="zh-CN" altLang="en-US" smtClean="0"/>
              <a:t>‹#›</a:t>
            </a:fld>
            <a:endParaRPr kumimoji="1" lang="zh-CN" altLang="en-US"/>
          </a:p>
        </p:txBody>
      </p:sp>
    </p:spTree>
    <p:extLst>
      <p:ext uri="{BB962C8B-B14F-4D97-AF65-F5344CB8AC3E}">
        <p14:creationId xmlns:p14="http://schemas.microsoft.com/office/powerpoint/2010/main" val="28328311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A323FFB1-E362-3F58-7720-D111A15B370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A58C803C-9CE6-F884-F315-93986EBCBEC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B71260AF-0479-C518-3AB9-EE4AAC1C52A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F3CE88B-B02B-184C-9CAE-9FCDA7167E7A}" type="datetimeFigureOut">
              <a:rPr kumimoji="1" lang="zh-CN" altLang="en-US" smtClean="0"/>
              <a:t>2026/4/15</a:t>
            </a:fld>
            <a:endParaRPr kumimoji="1" lang="zh-CN" altLang="en-US"/>
          </a:p>
        </p:txBody>
      </p:sp>
      <p:sp>
        <p:nvSpPr>
          <p:cNvPr id="5" name="页脚占位符 4">
            <a:extLst>
              <a:ext uri="{FF2B5EF4-FFF2-40B4-BE49-F238E27FC236}">
                <a16:creationId xmlns:a16="http://schemas.microsoft.com/office/drawing/2014/main" id="{F31DBC48-55BA-53B1-9197-A2DE720F425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zh-CN" altLang="en-US"/>
          </a:p>
        </p:txBody>
      </p:sp>
      <p:sp>
        <p:nvSpPr>
          <p:cNvPr id="6" name="灯片编号占位符 5">
            <a:extLst>
              <a:ext uri="{FF2B5EF4-FFF2-40B4-BE49-F238E27FC236}">
                <a16:creationId xmlns:a16="http://schemas.microsoft.com/office/drawing/2014/main" id="{57A75880-DFFB-C512-5451-C0F7FD09503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6022B42-9BCC-5B49-8F9C-B9BC904F82D0}" type="slidenum">
              <a:rPr kumimoji="1" lang="zh-CN" altLang="en-US" smtClean="0"/>
              <a:t>‹#›</a:t>
            </a:fld>
            <a:endParaRPr kumimoji="1" lang="zh-CN" altLang="en-US"/>
          </a:p>
        </p:txBody>
      </p:sp>
    </p:spTree>
    <p:extLst>
      <p:ext uri="{BB962C8B-B14F-4D97-AF65-F5344CB8AC3E}">
        <p14:creationId xmlns:p14="http://schemas.microsoft.com/office/powerpoint/2010/main" val="8187800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11C01BB-66EA-8EC7-F333-3DBCF62FB38D}"/>
              </a:ext>
            </a:extLst>
          </p:cNvPr>
          <p:cNvSpPr>
            <a:spLocks noGrp="1"/>
          </p:cNvSpPr>
          <p:nvPr>
            <p:ph type="ctrTitle"/>
          </p:nvPr>
        </p:nvSpPr>
        <p:spPr>
          <a:xfrm>
            <a:off x="3618571" y="26308"/>
            <a:ext cx="4954858" cy="706437"/>
          </a:xfrm>
        </p:spPr>
        <p:txBody>
          <a:bodyPr>
            <a:normAutofit/>
          </a:bodyPr>
          <a:lstStyle/>
          <a:p>
            <a:r>
              <a:rPr lang="en-US" altLang="zh-CN" sz="1400" b="1" kern="100" dirty="0">
                <a:effectLst/>
                <a:latin typeface="Times New Roman" panose="02020603050405020304" pitchFamily="18" charset="0"/>
                <a:ea typeface="DengXian" panose="02010600030101010101" pitchFamily="2" charset="-122"/>
                <a:cs typeface="Times New Roman" panose="02020603050405020304" pitchFamily="18" charset="0"/>
              </a:rPr>
              <a:t>Predicting Building - Level Flood Risk by Analysis Comparison of Multi-Layer Perceptron and Bayesian Logistic Regression</a:t>
            </a:r>
            <a:endParaRPr kumimoji="1" lang="zh-CN" altLang="en-US" sz="1400" dirty="0"/>
          </a:p>
        </p:txBody>
      </p:sp>
      <p:pic>
        <p:nvPicPr>
          <p:cNvPr id="6" name="图片 5" descr="图片包含 徽标&#10;&#10;描述已自动生成">
            <a:extLst>
              <a:ext uri="{FF2B5EF4-FFF2-40B4-BE49-F238E27FC236}">
                <a16:creationId xmlns:a16="http://schemas.microsoft.com/office/drawing/2014/main" id="{23D6C803-B8AB-0742-A8C5-3E7860EE4931}"/>
              </a:ext>
            </a:extLst>
          </p:cNvPr>
          <p:cNvPicPr>
            <a:picLocks noChangeAspect="1"/>
          </p:cNvPicPr>
          <p:nvPr/>
        </p:nvPicPr>
        <p:blipFill>
          <a:blip r:embed="rId2"/>
          <a:stretch>
            <a:fillRect/>
          </a:stretch>
        </p:blipFill>
        <p:spPr>
          <a:xfrm>
            <a:off x="10069551" y="0"/>
            <a:ext cx="1978412" cy="732745"/>
          </a:xfrm>
          <a:prstGeom prst="rect">
            <a:avLst/>
          </a:prstGeom>
        </p:spPr>
      </p:pic>
      <p:pic>
        <p:nvPicPr>
          <p:cNvPr id="7" name="图片 6">
            <a:extLst>
              <a:ext uri="{FF2B5EF4-FFF2-40B4-BE49-F238E27FC236}">
                <a16:creationId xmlns:a16="http://schemas.microsoft.com/office/drawing/2014/main" id="{E72EC5B1-C59B-E3BC-C34E-B8CE9278270D}"/>
              </a:ext>
            </a:extLst>
          </p:cNvPr>
          <p:cNvPicPr>
            <a:picLocks noChangeAspect="1"/>
          </p:cNvPicPr>
          <p:nvPr/>
        </p:nvPicPr>
        <p:blipFill>
          <a:blip r:embed="rId3"/>
          <a:stretch>
            <a:fillRect/>
          </a:stretch>
        </p:blipFill>
        <p:spPr>
          <a:xfrm>
            <a:off x="51986" y="992461"/>
            <a:ext cx="12088028" cy="244448"/>
          </a:xfrm>
          <a:prstGeom prst="rect">
            <a:avLst/>
          </a:prstGeom>
        </p:spPr>
      </p:pic>
      <p:sp>
        <p:nvSpPr>
          <p:cNvPr id="8" name="文本框 7">
            <a:extLst>
              <a:ext uri="{FF2B5EF4-FFF2-40B4-BE49-F238E27FC236}">
                <a16:creationId xmlns:a16="http://schemas.microsoft.com/office/drawing/2014/main" id="{12C45D58-8CFE-78D3-4B53-C071C2EAD4EA}"/>
              </a:ext>
            </a:extLst>
          </p:cNvPr>
          <p:cNvSpPr txBox="1"/>
          <p:nvPr/>
        </p:nvSpPr>
        <p:spPr>
          <a:xfrm>
            <a:off x="3648307" y="746240"/>
            <a:ext cx="4895385" cy="246221"/>
          </a:xfrm>
          <a:prstGeom prst="rect">
            <a:avLst/>
          </a:prstGeom>
          <a:noFill/>
        </p:spPr>
        <p:txBody>
          <a:bodyPr wrap="square" rtlCol="0">
            <a:spAutoFit/>
          </a:bodyPr>
          <a:lstStyle/>
          <a:p>
            <a:pPr algn="ctr"/>
            <a:r>
              <a:rPr kumimoji="1" lang="en-US" altLang="zh-CN" sz="1000" dirty="0"/>
              <a:t>DS4420 Project by: Lang Shao, </a:t>
            </a:r>
            <a:r>
              <a:rPr kumimoji="1" lang="en-US" altLang="zh-CN" sz="1000" dirty="0" err="1"/>
              <a:t>Jiada</a:t>
            </a:r>
            <a:r>
              <a:rPr kumimoji="1" lang="en-US" altLang="zh-CN" sz="1000" dirty="0"/>
              <a:t> Li</a:t>
            </a:r>
            <a:endParaRPr kumimoji="1" lang="zh-CN" altLang="en-US" sz="1000" dirty="0"/>
          </a:p>
        </p:txBody>
      </p:sp>
      <p:sp>
        <p:nvSpPr>
          <p:cNvPr id="9" name="文本框 8">
            <a:extLst>
              <a:ext uri="{FF2B5EF4-FFF2-40B4-BE49-F238E27FC236}">
                <a16:creationId xmlns:a16="http://schemas.microsoft.com/office/drawing/2014/main" id="{8AD4B41E-5B92-21CC-5E2C-BBFBAAA38482}"/>
              </a:ext>
            </a:extLst>
          </p:cNvPr>
          <p:cNvSpPr txBox="1"/>
          <p:nvPr/>
        </p:nvSpPr>
        <p:spPr>
          <a:xfrm>
            <a:off x="293525" y="1235484"/>
            <a:ext cx="2798956" cy="276999"/>
          </a:xfrm>
          <a:prstGeom prst="rect">
            <a:avLst/>
          </a:prstGeom>
          <a:noFill/>
        </p:spPr>
        <p:txBody>
          <a:bodyPr wrap="square" rtlCol="0">
            <a:spAutoFit/>
          </a:bodyPr>
          <a:lstStyle/>
          <a:p>
            <a:r>
              <a:rPr lang="en-US" altLang="zh-CN" sz="1200" b="1" dirty="0"/>
              <a:t>Introduction &amp; Problem </a:t>
            </a:r>
            <a:endParaRPr kumimoji="1" lang="zh-CN" altLang="en-US" sz="1200" b="1" dirty="0"/>
          </a:p>
        </p:txBody>
      </p:sp>
      <p:sp>
        <p:nvSpPr>
          <p:cNvPr id="11" name="文本框 10">
            <a:extLst>
              <a:ext uri="{FF2B5EF4-FFF2-40B4-BE49-F238E27FC236}">
                <a16:creationId xmlns:a16="http://schemas.microsoft.com/office/drawing/2014/main" id="{77E89F91-FEA9-296C-E324-81D32D5F1AC4}"/>
              </a:ext>
            </a:extLst>
          </p:cNvPr>
          <p:cNvSpPr txBox="1"/>
          <p:nvPr/>
        </p:nvSpPr>
        <p:spPr>
          <a:xfrm>
            <a:off x="301083" y="1304861"/>
            <a:ext cx="3317488" cy="1919949"/>
          </a:xfrm>
          <a:prstGeom prst="rect">
            <a:avLst/>
          </a:prstGeom>
          <a:noFill/>
        </p:spPr>
        <p:txBody>
          <a:bodyPr wrap="square">
            <a:spAutoFit/>
          </a:bodyPr>
          <a:lstStyle/>
          <a:p>
            <a:pPr>
              <a:lnSpc>
                <a:spcPct val="150000"/>
              </a:lnSpc>
            </a:pPr>
            <a:endParaRPr lang="en-US" altLang="zh-CN" sz="800" dirty="0">
              <a:effectLst/>
            </a:endParaRPr>
          </a:p>
          <a:p>
            <a:pPr>
              <a:lnSpc>
                <a:spcPct val="150000"/>
              </a:lnSpc>
              <a:buFont typeface="Arial" panose="020B0604020202020204" pitchFamily="34" charset="0"/>
              <a:buChar char="•"/>
            </a:pPr>
            <a:r>
              <a:rPr lang="en-US" altLang="zh-CN" sz="800" b="1" dirty="0">
                <a:effectLst/>
              </a:rPr>
              <a:t>The Problem:</a:t>
            </a:r>
            <a:r>
              <a:rPr lang="en-US" altLang="zh-CN" sz="800" dirty="0">
                <a:effectLst/>
              </a:rPr>
              <a:t> Current FEMA Flood Insurance Rate Maps (FIRMs) rely on macro-level topographic data, largely ignoring specific physical characteristics of individual structures.</a:t>
            </a:r>
          </a:p>
          <a:p>
            <a:pPr>
              <a:lnSpc>
                <a:spcPct val="150000"/>
              </a:lnSpc>
              <a:buFont typeface="Arial" panose="020B0604020202020204" pitchFamily="34" charset="0"/>
              <a:buChar char="•"/>
            </a:pPr>
            <a:r>
              <a:rPr lang="en-US" altLang="zh-CN" sz="800" b="1" dirty="0">
                <a:effectLst/>
              </a:rPr>
              <a:t>The Consequence:</a:t>
            </a:r>
            <a:r>
              <a:rPr lang="en-US" altLang="zh-CN" sz="800" dirty="0">
                <a:effectLst/>
              </a:rPr>
              <a:t> Two houses in the exact same flood zone can have drastically different true vulnerabilities depending on micro-level factors (</a:t>
            </a:r>
            <a:r>
              <a:rPr lang="en-US" altLang="zh-CN" sz="800" dirty="0"/>
              <a:t>like</a:t>
            </a:r>
            <a:r>
              <a:rPr lang="en-US" altLang="zh-CN" sz="800" dirty="0">
                <a:effectLst/>
              </a:rPr>
              <a:t> foundation height).</a:t>
            </a:r>
          </a:p>
          <a:p>
            <a:pPr>
              <a:lnSpc>
                <a:spcPct val="150000"/>
              </a:lnSpc>
              <a:buFont typeface="Arial" panose="020B0604020202020204" pitchFamily="34" charset="0"/>
              <a:buChar char="•"/>
            </a:pPr>
            <a:r>
              <a:rPr lang="en-US" altLang="zh-CN" sz="800" b="1" dirty="0">
                <a:effectLst/>
              </a:rPr>
              <a:t>Our Objective:</a:t>
            </a:r>
            <a:r>
              <a:rPr lang="en-US" altLang="zh-CN" sz="800" dirty="0">
                <a:effectLst/>
              </a:rPr>
              <a:t> Leverage National Structure Inventory (NSI) data to model flood risk at the individual building level, shifting from geospatial area-mapping to structural vulnerability classification.</a:t>
            </a:r>
          </a:p>
        </p:txBody>
      </p:sp>
      <p:sp>
        <p:nvSpPr>
          <p:cNvPr id="13" name="文本框 12">
            <a:extLst>
              <a:ext uri="{FF2B5EF4-FFF2-40B4-BE49-F238E27FC236}">
                <a16:creationId xmlns:a16="http://schemas.microsoft.com/office/drawing/2014/main" id="{F120676D-2631-2C02-E7DD-639B1DC09EA2}"/>
              </a:ext>
            </a:extLst>
          </p:cNvPr>
          <p:cNvSpPr txBox="1"/>
          <p:nvPr/>
        </p:nvSpPr>
        <p:spPr>
          <a:xfrm>
            <a:off x="301083" y="3330391"/>
            <a:ext cx="1243237" cy="276999"/>
          </a:xfrm>
          <a:prstGeom prst="rect">
            <a:avLst/>
          </a:prstGeom>
          <a:noFill/>
        </p:spPr>
        <p:txBody>
          <a:bodyPr wrap="square">
            <a:spAutoFit/>
          </a:bodyPr>
          <a:lstStyle/>
          <a:p>
            <a:r>
              <a:rPr lang="en-US" altLang="zh-CN" sz="1200" b="1" dirty="0"/>
              <a:t>Data Overview</a:t>
            </a:r>
            <a:endParaRPr lang="zh-CN" altLang="en-US" sz="1200" b="1" dirty="0"/>
          </a:p>
        </p:txBody>
      </p:sp>
      <p:sp>
        <p:nvSpPr>
          <p:cNvPr id="15" name="文本框 14">
            <a:extLst>
              <a:ext uri="{FF2B5EF4-FFF2-40B4-BE49-F238E27FC236}">
                <a16:creationId xmlns:a16="http://schemas.microsoft.com/office/drawing/2014/main" id="{33326DDC-C2B8-83B4-9A73-31CCDEE5430F}"/>
              </a:ext>
            </a:extLst>
          </p:cNvPr>
          <p:cNvSpPr txBox="1"/>
          <p:nvPr/>
        </p:nvSpPr>
        <p:spPr>
          <a:xfrm>
            <a:off x="293525" y="3607390"/>
            <a:ext cx="3270697" cy="1550874"/>
          </a:xfrm>
          <a:prstGeom prst="rect">
            <a:avLst/>
          </a:prstGeom>
          <a:noFill/>
        </p:spPr>
        <p:txBody>
          <a:bodyPr wrap="square">
            <a:spAutoFit/>
          </a:bodyPr>
          <a:lstStyle/>
          <a:p>
            <a:pPr>
              <a:lnSpc>
                <a:spcPct val="150000"/>
              </a:lnSpc>
            </a:pPr>
            <a:r>
              <a:rPr lang="en-US" altLang="zh-CN" sz="800" b="1" dirty="0"/>
              <a:t>Dataset:</a:t>
            </a:r>
            <a:r>
              <a:rPr lang="en-US" altLang="zh-CN" sz="800" dirty="0"/>
              <a:t> National Structure Inventory (NSI).</a:t>
            </a:r>
          </a:p>
          <a:p>
            <a:pPr>
              <a:lnSpc>
                <a:spcPct val="150000"/>
              </a:lnSpc>
            </a:pPr>
            <a:r>
              <a:rPr lang="en-US" altLang="zh-CN" sz="800" dirty="0">
                <a:highlight>
                  <a:srgbClr val="FFFF00"/>
                </a:highlight>
              </a:rPr>
              <a:t>FROM</a:t>
            </a:r>
            <a:r>
              <a:rPr lang="zh-CN" altLang="en-US" sz="800" dirty="0">
                <a:highlight>
                  <a:srgbClr val="FFFF00"/>
                </a:highlight>
              </a:rPr>
              <a:t> </a:t>
            </a:r>
            <a:r>
              <a:rPr lang="en-US" altLang="zh-CN" sz="800" dirty="0">
                <a:highlight>
                  <a:srgbClr val="FFFF00"/>
                </a:highlight>
              </a:rPr>
              <a:t>GPKG TO CSV!</a:t>
            </a:r>
          </a:p>
          <a:p>
            <a:pPr>
              <a:lnSpc>
                <a:spcPct val="150000"/>
              </a:lnSpc>
            </a:pPr>
            <a:r>
              <a:rPr lang="en-US" altLang="zh-CN" sz="800" b="1" dirty="0"/>
              <a:t>Target Variable:</a:t>
            </a:r>
            <a:r>
              <a:rPr lang="en-US" altLang="zh-CN" sz="800" dirty="0"/>
              <a:t> FEMA FIRM Zones.</a:t>
            </a:r>
          </a:p>
          <a:p>
            <a:pPr>
              <a:lnSpc>
                <a:spcPct val="150000"/>
              </a:lnSpc>
              <a:buFont typeface="Arial" panose="020B0604020202020204" pitchFamily="34" charset="0"/>
              <a:buChar char="•"/>
            </a:pPr>
            <a:r>
              <a:rPr lang="en-US" altLang="zh-CN" sz="800" b="1" dirty="0"/>
              <a:t>High-Risk (1):</a:t>
            </a:r>
            <a:r>
              <a:rPr lang="en-US" altLang="zh-CN" sz="800" dirty="0"/>
              <a:t> VE, AE, A, AO, AH.</a:t>
            </a:r>
          </a:p>
          <a:p>
            <a:pPr>
              <a:lnSpc>
                <a:spcPct val="150000"/>
              </a:lnSpc>
              <a:buFont typeface="Arial" panose="020B0604020202020204" pitchFamily="34" charset="0"/>
              <a:buChar char="•"/>
            </a:pPr>
            <a:r>
              <a:rPr lang="en-US" altLang="zh-CN" sz="800" b="1" dirty="0"/>
              <a:t>Low-Risk (0):</a:t>
            </a:r>
            <a:r>
              <a:rPr lang="en-US" altLang="zh-CN" sz="800" dirty="0"/>
              <a:t> Area X.</a:t>
            </a:r>
          </a:p>
          <a:p>
            <a:pPr>
              <a:lnSpc>
                <a:spcPct val="150000"/>
              </a:lnSpc>
            </a:pPr>
            <a:r>
              <a:rPr lang="en-US" altLang="zh-CN" sz="800" b="1" dirty="0"/>
              <a:t>Key Features:</a:t>
            </a:r>
            <a:r>
              <a:rPr lang="en-US" altLang="zh-CN" sz="800" dirty="0"/>
              <a:t> Ground elevation (</a:t>
            </a:r>
            <a:r>
              <a:rPr lang="en-US" altLang="zh-CN" sz="800" dirty="0" err="1"/>
              <a:t>ground_elv</a:t>
            </a:r>
            <a:r>
              <a:rPr lang="en-US" altLang="zh-CN" sz="800" dirty="0"/>
              <a:t>), foundation height (</a:t>
            </a:r>
            <a:r>
              <a:rPr lang="en-US" altLang="zh-CN" sz="800" dirty="0" err="1"/>
              <a:t>found_ht</a:t>
            </a:r>
            <a:r>
              <a:rPr lang="en-US" altLang="zh-CN" sz="800" dirty="0"/>
              <a:t>), structural value, year built, square footage, number of stories, building type, and foundation type.</a:t>
            </a:r>
          </a:p>
        </p:txBody>
      </p:sp>
      <p:sp>
        <p:nvSpPr>
          <p:cNvPr id="17" name="文本框 16">
            <a:extLst>
              <a:ext uri="{FF2B5EF4-FFF2-40B4-BE49-F238E27FC236}">
                <a16:creationId xmlns:a16="http://schemas.microsoft.com/office/drawing/2014/main" id="{63E8D7D8-C28F-278A-64AA-21B736E523A6}"/>
              </a:ext>
            </a:extLst>
          </p:cNvPr>
          <p:cNvSpPr txBox="1"/>
          <p:nvPr/>
        </p:nvSpPr>
        <p:spPr>
          <a:xfrm>
            <a:off x="22249" y="682911"/>
            <a:ext cx="1400895" cy="553998"/>
          </a:xfrm>
          <a:prstGeom prst="rect">
            <a:avLst/>
          </a:prstGeom>
          <a:noFill/>
        </p:spPr>
        <p:txBody>
          <a:bodyPr wrap="square">
            <a:spAutoFit/>
          </a:bodyPr>
          <a:lstStyle/>
          <a:p>
            <a:r>
              <a:rPr lang="en-US" altLang="zh-CN" sz="3000" dirty="0"/>
              <a:t>🌊</a:t>
            </a:r>
            <a:r>
              <a:rPr lang="zh-CN" altLang="en-US" sz="3000" dirty="0"/>
              <a:t> </a:t>
            </a:r>
            <a:r>
              <a:rPr lang="en-US" altLang="zh-CN" sz="3000" dirty="0"/>
              <a:t>☠️</a:t>
            </a:r>
          </a:p>
        </p:txBody>
      </p:sp>
      <p:sp>
        <p:nvSpPr>
          <p:cNvPr id="19" name="文本框 18">
            <a:extLst>
              <a:ext uri="{FF2B5EF4-FFF2-40B4-BE49-F238E27FC236}">
                <a16:creationId xmlns:a16="http://schemas.microsoft.com/office/drawing/2014/main" id="{98ECACF9-36C1-9586-0BE9-3B9626DF4018}"/>
              </a:ext>
            </a:extLst>
          </p:cNvPr>
          <p:cNvSpPr txBox="1"/>
          <p:nvPr/>
        </p:nvSpPr>
        <p:spPr>
          <a:xfrm>
            <a:off x="3825774" y="1248979"/>
            <a:ext cx="1788160" cy="276999"/>
          </a:xfrm>
          <a:prstGeom prst="rect">
            <a:avLst/>
          </a:prstGeom>
          <a:noFill/>
        </p:spPr>
        <p:txBody>
          <a:bodyPr wrap="square">
            <a:spAutoFit/>
          </a:bodyPr>
          <a:lstStyle/>
          <a:p>
            <a:r>
              <a:rPr lang="en-US" altLang="zh-CN" sz="1200" b="1" dirty="0"/>
              <a:t>Methodology</a:t>
            </a:r>
            <a:endParaRPr lang="zh-CN" altLang="en-US" sz="1200" b="1" dirty="0"/>
          </a:p>
        </p:txBody>
      </p:sp>
      <p:sp>
        <p:nvSpPr>
          <p:cNvPr id="21" name="文本框 20">
            <a:extLst>
              <a:ext uri="{FF2B5EF4-FFF2-40B4-BE49-F238E27FC236}">
                <a16:creationId xmlns:a16="http://schemas.microsoft.com/office/drawing/2014/main" id="{5C499FB7-B94D-8C9F-9A81-86398ACB23C6}"/>
              </a:ext>
            </a:extLst>
          </p:cNvPr>
          <p:cNvSpPr txBox="1"/>
          <p:nvPr/>
        </p:nvSpPr>
        <p:spPr>
          <a:xfrm>
            <a:off x="3825774" y="1545394"/>
            <a:ext cx="4104269" cy="1365951"/>
          </a:xfrm>
          <a:prstGeom prst="rect">
            <a:avLst/>
          </a:prstGeom>
          <a:noFill/>
        </p:spPr>
        <p:txBody>
          <a:bodyPr wrap="square">
            <a:spAutoFit/>
          </a:bodyPr>
          <a:lstStyle/>
          <a:p>
            <a:pPr>
              <a:lnSpc>
                <a:spcPct val="150000"/>
              </a:lnSpc>
            </a:pPr>
            <a:r>
              <a:rPr lang="en-US" altLang="zh-CN" sz="800" b="1" dirty="0">
                <a:effectLst/>
              </a:rPr>
              <a:t>1. Custom MLP (By Lang)</a:t>
            </a:r>
            <a:endParaRPr lang="zh-CN" altLang="en-US" sz="800" dirty="0">
              <a:effectLst/>
            </a:endParaRPr>
          </a:p>
          <a:p>
            <a:pPr>
              <a:lnSpc>
                <a:spcPct val="150000"/>
              </a:lnSpc>
              <a:buFont typeface="Arial" panose="020B0604020202020204" pitchFamily="34" charset="0"/>
              <a:buChar char="•"/>
            </a:pPr>
            <a:r>
              <a:rPr lang="en-US" altLang="zh-CN" sz="800" b="1" dirty="0">
                <a:effectLst/>
              </a:rPr>
              <a:t>Implementation:</a:t>
            </a:r>
            <a:r>
              <a:rPr lang="en-US" altLang="zh-CN" sz="800" dirty="0">
                <a:effectLst/>
              </a:rPr>
              <a:t> </a:t>
            </a:r>
            <a:r>
              <a:rPr lang="en-US" altLang="zh-CN" sz="800" dirty="0"/>
              <a:t>It was b</a:t>
            </a:r>
            <a:r>
              <a:rPr lang="en-US" altLang="zh-CN" sz="800" dirty="0">
                <a:effectLst/>
              </a:rPr>
              <a:t>uilt manually by using Python and NumPy matrix operations </a:t>
            </a:r>
            <a:r>
              <a:rPr lang="en-US" altLang="zh-CN" sz="800" b="1" dirty="0">
                <a:effectLst/>
              </a:rPr>
              <a:t>Architecture:</a:t>
            </a:r>
            <a:r>
              <a:rPr lang="en-US" altLang="zh-CN" sz="800" dirty="0">
                <a:effectLst/>
              </a:rPr>
              <a:t> * Input Layer: d dimensional feature space.</a:t>
            </a:r>
          </a:p>
          <a:p>
            <a:pPr marL="742950" lvl="1" indent="-285750">
              <a:lnSpc>
                <a:spcPct val="150000"/>
              </a:lnSpc>
              <a:buFont typeface="Arial" panose="020B0604020202020204" pitchFamily="34" charset="0"/>
              <a:buChar char="•"/>
            </a:pPr>
            <a:r>
              <a:rPr lang="en-US" altLang="zh-CN" sz="800" dirty="0">
                <a:effectLst/>
              </a:rPr>
              <a:t>Hidden Layer: 16 nodes with </a:t>
            </a:r>
            <a:r>
              <a:rPr lang="en-US" altLang="zh-CN" sz="800" b="1" dirty="0" err="1">
                <a:effectLst/>
              </a:rPr>
              <a:t>ReLU</a:t>
            </a:r>
            <a:r>
              <a:rPr lang="en-US" altLang="zh-CN" sz="800" dirty="0">
                <a:effectLst/>
              </a:rPr>
              <a:t> activation</a:t>
            </a:r>
          </a:p>
          <a:p>
            <a:pPr marL="742950" lvl="1" indent="-285750">
              <a:lnSpc>
                <a:spcPct val="150000"/>
              </a:lnSpc>
              <a:buFont typeface="Arial" panose="020B0604020202020204" pitchFamily="34" charset="0"/>
              <a:buChar char="•"/>
            </a:pPr>
            <a:r>
              <a:rPr lang="en-US" altLang="zh-CN" sz="800" dirty="0">
                <a:effectLst/>
              </a:rPr>
              <a:t>Output Layer: 1 node with </a:t>
            </a:r>
            <a:r>
              <a:rPr lang="en-US" altLang="zh-CN" sz="800" b="1" dirty="0">
                <a:effectLst/>
              </a:rPr>
              <a:t>Sigmoid</a:t>
            </a:r>
            <a:r>
              <a:rPr lang="en-US" altLang="zh-CN" sz="800" dirty="0">
                <a:effectLst/>
              </a:rPr>
              <a:t> activation for probability mapping</a:t>
            </a:r>
          </a:p>
          <a:p>
            <a:pPr>
              <a:lnSpc>
                <a:spcPct val="150000"/>
              </a:lnSpc>
              <a:buFont typeface="Arial" panose="020B0604020202020204" pitchFamily="34" charset="0"/>
              <a:buChar char="•"/>
            </a:pPr>
            <a:r>
              <a:rPr lang="en-US" altLang="zh-CN" sz="800" b="1" dirty="0">
                <a:effectLst/>
              </a:rPr>
              <a:t>Optimization:</a:t>
            </a:r>
            <a:r>
              <a:rPr lang="en-US" altLang="zh-CN" sz="800" dirty="0">
                <a:effectLst/>
              </a:rPr>
              <a:t> Full-batch Gradient Descent minimizing Binary Cross-Entropy (BCE) loss (eta=0.05, 2000 epochs) </a:t>
            </a:r>
            <a:r>
              <a:rPr lang="en-US" altLang="zh-CN" sz="800" dirty="0"/>
              <a:t>:</a:t>
            </a:r>
            <a:endParaRPr lang="en-US" altLang="zh-CN" sz="800" dirty="0">
              <a:effectLst/>
            </a:endParaRPr>
          </a:p>
        </p:txBody>
      </p:sp>
      <p:pic>
        <p:nvPicPr>
          <p:cNvPr id="22" name="图片 21" descr="图片包含 文本&#10;&#10;描述已自动生成">
            <a:extLst>
              <a:ext uri="{FF2B5EF4-FFF2-40B4-BE49-F238E27FC236}">
                <a16:creationId xmlns:a16="http://schemas.microsoft.com/office/drawing/2014/main" id="{6FF8055B-8071-BB7B-8C34-B7E87569EC76}"/>
              </a:ext>
            </a:extLst>
          </p:cNvPr>
          <p:cNvPicPr>
            <a:picLocks noChangeAspect="1"/>
          </p:cNvPicPr>
          <p:nvPr/>
        </p:nvPicPr>
        <p:blipFill>
          <a:blip r:embed="rId4"/>
          <a:stretch>
            <a:fillRect/>
          </a:stretch>
        </p:blipFill>
        <p:spPr>
          <a:xfrm>
            <a:off x="6639830" y="1968915"/>
            <a:ext cx="940797" cy="364857"/>
          </a:xfrm>
          <a:prstGeom prst="rect">
            <a:avLst/>
          </a:prstGeom>
        </p:spPr>
      </p:pic>
      <p:pic>
        <p:nvPicPr>
          <p:cNvPr id="23" name="图片 22" descr="图片包含 徽标&#10;&#10;描述已自动生成">
            <a:extLst>
              <a:ext uri="{FF2B5EF4-FFF2-40B4-BE49-F238E27FC236}">
                <a16:creationId xmlns:a16="http://schemas.microsoft.com/office/drawing/2014/main" id="{068FE5D0-4ECF-0EF5-95B4-485F8A84D724}"/>
              </a:ext>
            </a:extLst>
          </p:cNvPr>
          <p:cNvPicPr>
            <a:picLocks noChangeAspect="1"/>
          </p:cNvPicPr>
          <p:nvPr/>
        </p:nvPicPr>
        <p:blipFill>
          <a:blip r:embed="rId5"/>
          <a:stretch>
            <a:fillRect/>
          </a:stretch>
        </p:blipFill>
        <p:spPr>
          <a:xfrm>
            <a:off x="5081619" y="2664087"/>
            <a:ext cx="1640650" cy="339784"/>
          </a:xfrm>
          <a:prstGeom prst="rect">
            <a:avLst/>
          </a:prstGeom>
        </p:spPr>
      </p:pic>
      <p:sp>
        <p:nvSpPr>
          <p:cNvPr id="25" name="文本框 24">
            <a:extLst>
              <a:ext uri="{FF2B5EF4-FFF2-40B4-BE49-F238E27FC236}">
                <a16:creationId xmlns:a16="http://schemas.microsoft.com/office/drawing/2014/main" id="{916D872A-CB86-577D-D260-E4710CC4B2CE}"/>
              </a:ext>
            </a:extLst>
          </p:cNvPr>
          <p:cNvSpPr txBox="1"/>
          <p:nvPr/>
        </p:nvSpPr>
        <p:spPr>
          <a:xfrm>
            <a:off x="3825774" y="2940526"/>
            <a:ext cx="6157912" cy="215444"/>
          </a:xfrm>
          <a:prstGeom prst="rect">
            <a:avLst/>
          </a:prstGeom>
          <a:noFill/>
        </p:spPr>
        <p:txBody>
          <a:bodyPr wrap="square">
            <a:spAutoFit/>
          </a:bodyPr>
          <a:lstStyle/>
          <a:p>
            <a:r>
              <a:rPr lang="en-US" altLang="zh-CN" sz="800" b="1" dirty="0"/>
              <a:t>2. Bayesian Logistic Regression(By </a:t>
            </a:r>
            <a:r>
              <a:rPr lang="en-US" altLang="zh-CN" sz="800" b="1" dirty="0" err="1"/>
              <a:t>Jiada</a:t>
            </a:r>
            <a:r>
              <a:rPr lang="en-US" altLang="zh-CN" sz="800" b="1" dirty="0"/>
              <a:t>)</a:t>
            </a:r>
            <a:endParaRPr lang="zh-CN" altLang="en-US" sz="800" b="1" dirty="0"/>
          </a:p>
        </p:txBody>
      </p:sp>
      <p:sp>
        <p:nvSpPr>
          <p:cNvPr id="27" name="文本框 26">
            <a:extLst>
              <a:ext uri="{FF2B5EF4-FFF2-40B4-BE49-F238E27FC236}">
                <a16:creationId xmlns:a16="http://schemas.microsoft.com/office/drawing/2014/main" id="{4DCFEE4C-96F0-C0B6-D22E-EFC7F6648D42}"/>
              </a:ext>
            </a:extLst>
          </p:cNvPr>
          <p:cNvSpPr txBox="1"/>
          <p:nvPr/>
        </p:nvSpPr>
        <p:spPr>
          <a:xfrm>
            <a:off x="3738324" y="4466141"/>
            <a:ext cx="2083594" cy="276999"/>
          </a:xfrm>
          <a:prstGeom prst="rect">
            <a:avLst/>
          </a:prstGeom>
          <a:noFill/>
        </p:spPr>
        <p:txBody>
          <a:bodyPr wrap="square">
            <a:spAutoFit/>
          </a:bodyPr>
          <a:lstStyle/>
          <a:p>
            <a:r>
              <a:rPr lang="en-US" altLang="zh-CN" sz="1200" b="1" dirty="0"/>
              <a:t>Results &amp; Interpretation</a:t>
            </a:r>
            <a:endParaRPr lang="zh-CN" altLang="en-US" sz="1200" b="1" dirty="0"/>
          </a:p>
        </p:txBody>
      </p:sp>
      <p:sp>
        <p:nvSpPr>
          <p:cNvPr id="29" name="文本框 28">
            <a:extLst>
              <a:ext uri="{FF2B5EF4-FFF2-40B4-BE49-F238E27FC236}">
                <a16:creationId xmlns:a16="http://schemas.microsoft.com/office/drawing/2014/main" id="{A1A8ED24-FC03-D42D-4DA4-5606BA3E41B4}"/>
              </a:ext>
            </a:extLst>
          </p:cNvPr>
          <p:cNvSpPr txBox="1"/>
          <p:nvPr/>
        </p:nvSpPr>
        <p:spPr>
          <a:xfrm>
            <a:off x="3797390" y="4675678"/>
            <a:ext cx="3783237" cy="1920206"/>
          </a:xfrm>
          <a:prstGeom prst="rect">
            <a:avLst/>
          </a:prstGeom>
          <a:noFill/>
        </p:spPr>
        <p:txBody>
          <a:bodyPr wrap="square">
            <a:spAutoFit/>
          </a:bodyPr>
          <a:lstStyle/>
          <a:p>
            <a:pPr>
              <a:lnSpc>
                <a:spcPct val="150000"/>
              </a:lnSpc>
            </a:pPr>
            <a:r>
              <a:rPr lang="en-US" altLang="zh-CN" sz="800" b="1" dirty="0"/>
              <a:t>1. MLP Results</a:t>
            </a:r>
            <a:endParaRPr lang="en-US" altLang="zh-CN" sz="800" dirty="0"/>
          </a:p>
          <a:p>
            <a:pPr>
              <a:lnSpc>
                <a:spcPct val="150000"/>
              </a:lnSpc>
              <a:buFont typeface="Arial" panose="020B0604020202020204" pitchFamily="34" charset="0"/>
              <a:buChar char="•"/>
            </a:pPr>
            <a:r>
              <a:rPr lang="en-US" altLang="zh-CN" sz="800" b="1" dirty="0"/>
              <a:t>Predictive Metrics:</a:t>
            </a:r>
            <a:r>
              <a:rPr lang="en-US" altLang="zh-CN" sz="800" dirty="0"/>
              <a:t> * Accuracy: </a:t>
            </a:r>
            <a:r>
              <a:rPr lang="en-US" altLang="zh-CN" sz="800" b="1" dirty="0"/>
              <a:t>93.97%</a:t>
            </a:r>
            <a:r>
              <a:rPr lang="en-US" altLang="zh-CN" sz="800" dirty="0"/>
              <a:t> </a:t>
            </a:r>
          </a:p>
          <a:p>
            <a:pPr marL="742950" lvl="1" indent="-285750">
              <a:lnSpc>
                <a:spcPct val="150000"/>
              </a:lnSpc>
              <a:buFont typeface="Arial" panose="020B0604020202020204" pitchFamily="34" charset="0"/>
              <a:buChar char="•"/>
            </a:pPr>
            <a:r>
              <a:rPr lang="en-US" altLang="zh-CN" sz="800" dirty="0"/>
              <a:t>Precision: 0.9243 </a:t>
            </a:r>
          </a:p>
          <a:p>
            <a:pPr marL="742950" lvl="1" indent="-285750">
              <a:lnSpc>
                <a:spcPct val="150000"/>
              </a:lnSpc>
              <a:buFont typeface="Arial" panose="020B0604020202020204" pitchFamily="34" charset="0"/>
              <a:buChar char="•"/>
            </a:pPr>
            <a:r>
              <a:rPr lang="en-US" altLang="zh-CN" sz="800" dirty="0"/>
              <a:t>Recall: </a:t>
            </a:r>
            <a:r>
              <a:rPr lang="en-US" altLang="zh-CN" sz="800" b="1" dirty="0"/>
              <a:t>0.9440</a:t>
            </a:r>
            <a:r>
              <a:rPr lang="en-US" altLang="zh-CN" sz="800" dirty="0"/>
              <a:t> </a:t>
            </a:r>
          </a:p>
          <a:p>
            <a:pPr marL="742950" lvl="1" indent="-285750">
              <a:lnSpc>
                <a:spcPct val="150000"/>
              </a:lnSpc>
              <a:buFont typeface="Arial" panose="020B0604020202020204" pitchFamily="34" charset="0"/>
              <a:buChar char="•"/>
            </a:pPr>
            <a:r>
              <a:rPr lang="en-US" altLang="zh-CN" sz="800" dirty="0"/>
              <a:t>F1-Score: 0.9341 </a:t>
            </a:r>
          </a:p>
          <a:p>
            <a:pPr>
              <a:lnSpc>
                <a:spcPct val="150000"/>
              </a:lnSpc>
              <a:buFont typeface="Arial" panose="020B0604020202020204" pitchFamily="34" charset="0"/>
              <a:buChar char="•"/>
            </a:pPr>
            <a:r>
              <a:rPr lang="en-US" altLang="zh-CN" sz="800" b="1" dirty="0"/>
              <a:t>Key Takeaway:</a:t>
            </a:r>
            <a:r>
              <a:rPr lang="en-US" altLang="zh-CN" sz="800" dirty="0"/>
              <a:t> </a:t>
            </a:r>
            <a:r>
              <a:rPr lang="en-US" sz="800" dirty="0"/>
              <a:t>The MLP outperforms the Bayesian Logistic Regression across all metrics, achieving higher accuracy (93.97% vs 92.52%), recall (0.9440 vs 0.7675), and F1-score (0.9341 vs 0.8238). </a:t>
            </a:r>
            <a:r>
              <a:rPr lang="en-US" altLang="zh-CN" sz="800" dirty="0"/>
              <a:t>The exceptionally high Recall indicates a very low rate of False Negatives. This ensures vulnerable structures are not mistakenly classified as safe, which is paramount for municipal planning. </a:t>
            </a:r>
          </a:p>
        </p:txBody>
      </p:sp>
      <p:pic>
        <p:nvPicPr>
          <p:cNvPr id="30" name="图片 29" descr="图表, 瀑布图&#10;&#10;描述已自动生成">
            <a:extLst>
              <a:ext uri="{FF2B5EF4-FFF2-40B4-BE49-F238E27FC236}">
                <a16:creationId xmlns:a16="http://schemas.microsoft.com/office/drawing/2014/main" id="{0FA33D50-9A06-1B8C-206F-9E672317CD5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101643" y="1386875"/>
            <a:ext cx="3474062" cy="1365951"/>
          </a:xfrm>
          <a:prstGeom prst="rect">
            <a:avLst/>
          </a:prstGeom>
        </p:spPr>
      </p:pic>
      <p:sp>
        <p:nvSpPr>
          <p:cNvPr id="32" name="文本框 31">
            <a:extLst>
              <a:ext uri="{FF2B5EF4-FFF2-40B4-BE49-F238E27FC236}">
                <a16:creationId xmlns:a16="http://schemas.microsoft.com/office/drawing/2014/main" id="{A5E72279-EA8F-7D30-A34C-F03BC040B850}"/>
              </a:ext>
            </a:extLst>
          </p:cNvPr>
          <p:cNvSpPr txBox="1"/>
          <p:nvPr/>
        </p:nvSpPr>
        <p:spPr>
          <a:xfrm>
            <a:off x="5801442" y="4737531"/>
            <a:ext cx="2012353" cy="1077218"/>
          </a:xfrm>
          <a:prstGeom prst="rect">
            <a:avLst/>
          </a:prstGeom>
          <a:noFill/>
        </p:spPr>
        <p:txBody>
          <a:bodyPr wrap="square">
            <a:spAutoFit/>
          </a:bodyPr>
          <a:lstStyle/>
          <a:p>
            <a:r>
              <a:rPr lang="en-US" altLang="zh-CN" sz="800" b="1" dirty="0"/>
              <a:t>2. Bayesian Logistic Regression Results</a:t>
            </a:r>
          </a:p>
          <a:p>
            <a:pPr>
              <a:lnSpc>
                <a:spcPct val="150000"/>
              </a:lnSpc>
              <a:buFont typeface="Arial" panose="020B0604020202020204" pitchFamily="34" charset="0"/>
              <a:buChar char="•"/>
            </a:pPr>
            <a:r>
              <a:rPr lang="en-US" altLang="zh-CN" sz="800" b="1" dirty="0"/>
              <a:t>Predictive Metrics:</a:t>
            </a:r>
            <a:r>
              <a:rPr lang="en-US" altLang="zh-CN" sz="800" dirty="0"/>
              <a:t> * Accuracy: 92.52% </a:t>
            </a:r>
          </a:p>
          <a:p>
            <a:pPr marL="742950" lvl="1" indent="-285750">
              <a:lnSpc>
                <a:spcPct val="150000"/>
              </a:lnSpc>
              <a:buFont typeface="Arial" panose="020B0604020202020204" pitchFamily="34" charset="0"/>
              <a:buChar char="•"/>
            </a:pPr>
            <a:r>
              <a:rPr lang="en-US" altLang="zh-CN" sz="800" dirty="0"/>
              <a:t>Precision: 0.8890</a:t>
            </a:r>
          </a:p>
          <a:p>
            <a:pPr marL="742950" lvl="1" indent="-285750">
              <a:lnSpc>
                <a:spcPct val="150000"/>
              </a:lnSpc>
              <a:buFont typeface="Arial" panose="020B0604020202020204" pitchFamily="34" charset="0"/>
              <a:buChar char="•"/>
            </a:pPr>
            <a:r>
              <a:rPr lang="en-US" altLang="zh-CN" sz="800" dirty="0"/>
              <a:t>Recall: 0.7675</a:t>
            </a:r>
          </a:p>
          <a:p>
            <a:pPr marL="742950" lvl="1" indent="-285750">
              <a:lnSpc>
                <a:spcPct val="150000"/>
              </a:lnSpc>
              <a:buFont typeface="Arial" panose="020B0604020202020204" pitchFamily="34" charset="0"/>
              <a:buChar char="•"/>
            </a:pPr>
            <a:r>
              <a:rPr lang="en-US" altLang="zh-CN" sz="800" dirty="0"/>
              <a:t>F1-Score: 0.8238</a:t>
            </a:r>
          </a:p>
          <a:p>
            <a:endParaRPr lang="zh-CN" altLang="en-US" sz="800" b="1" dirty="0"/>
          </a:p>
        </p:txBody>
      </p:sp>
      <p:sp>
        <p:nvSpPr>
          <p:cNvPr id="34" name="文本框 33">
            <a:extLst>
              <a:ext uri="{FF2B5EF4-FFF2-40B4-BE49-F238E27FC236}">
                <a16:creationId xmlns:a16="http://schemas.microsoft.com/office/drawing/2014/main" id="{59BCEA52-DE73-D2C1-ED32-D1E14D3F88E2}"/>
              </a:ext>
            </a:extLst>
          </p:cNvPr>
          <p:cNvSpPr txBox="1"/>
          <p:nvPr/>
        </p:nvSpPr>
        <p:spPr>
          <a:xfrm>
            <a:off x="8101643" y="4121681"/>
            <a:ext cx="4552606" cy="276999"/>
          </a:xfrm>
          <a:prstGeom prst="rect">
            <a:avLst/>
          </a:prstGeom>
          <a:noFill/>
        </p:spPr>
        <p:txBody>
          <a:bodyPr wrap="square">
            <a:spAutoFit/>
          </a:bodyPr>
          <a:lstStyle/>
          <a:p>
            <a:r>
              <a:rPr lang="en-US" altLang="zh-CN" sz="1200" b="1" dirty="0"/>
              <a:t>Conclusions &amp; Future Work</a:t>
            </a:r>
            <a:endParaRPr lang="zh-CN" altLang="en-US" sz="1200" b="1" dirty="0"/>
          </a:p>
        </p:txBody>
      </p:sp>
      <p:sp>
        <p:nvSpPr>
          <p:cNvPr id="36" name="文本框 35">
            <a:extLst>
              <a:ext uri="{FF2B5EF4-FFF2-40B4-BE49-F238E27FC236}">
                <a16:creationId xmlns:a16="http://schemas.microsoft.com/office/drawing/2014/main" id="{6919C17F-7A10-8D6F-3E05-E187A359625D}"/>
              </a:ext>
            </a:extLst>
          </p:cNvPr>
          <p:cNvSpPr txBox="1"/>
          <p:nvPr/>
        </p:nvSpPr>
        <p:spPr>
          <a:xfrm>
            <a:off x="8101643" y="4398680"/>
            <a:ext cx="3904248" cy="2474203"/>
          </a:xfrm>
          <a:prstGeom prst="rect">
            <a:avLst/>
          </a:prstGeom>
          <a:noFill/>
        </p:spPr>
        <p:txBody>
          <a:bodyPr wrap="square">
            <a:spAutoFit/>
          </a:bodyPr>
          <a:lstStyle/>
          <a:p>
            <a:pPr>
              <a:lnSpc>
                <a:spcPct val="150000"/>
              </a:lnSpc>
            </a:pPr>
            <a:r>
              <a:rPr lang="en-US" altLang="zh-CN" sz="800" b="1" dirty="0">
                <a:effectLst/>
              </a:rPr>
              <a:t>Model Trade-offs:</a:t>
            </a:r>
            <a:r>
              <a:rPr lang="en-US" altLang="zh-CN" sz="800" dirty="0">
                <a:effectLst/>
              </a:rPr>
              <a:t> The MLP demonstrated superior capability in capturing complex, non-linear structural patterns (high accuracy). However, it suffers from a "black-box" nature compared to the probabilistic, easily interpretable coefficients provided by the Bayesian approach. </a:t>
            </a:r>
            <a:r>
              <a:rPr lang="en-US" sz="800" dirty="0"/>
              <a:t>The BLR trades some predictive performance for interpretability and uncertainty quantification. Its posterior coefficients reveal that foundation type and ground elevation are the strongest drivers of flood risk, insights that the MLP cannot provide. </a:t>
            </a:r>
            <a:endParaRPr lang="en-US" altLang="zh-CN" sz="800" dirty="0">
              <a:effectLst/>
            </a:endParaRPr>
          </a:p>
          <a:p>
            <a:pPr>
              <a:lnSpc>
                <a:spcPct val="150000"/>
              </a:lnSpc>
            </a:pPr>
            <a:r>
              <a:rPr lang="en-US" altLang="zh-CN" sz="800" b="1" dirty="0">
                <a:effectLst/>
              </a:rPr>
              <a:t>Future Directions:</a:t>
            </a:r>
            <a:r>
              <a:rPr lang="en-US" altLang="zh-CN" sz="800" dirty="0">
                <a:effectLst/>
              </a:rPr>
              <a:t> * Expand the dataset to include diverse geographical regions.</a:t>
            </a:r>
          </a:p>
          <a:p>
            <a:pPr>
              <a:lnSpc>
                <a:spcPct val="150000"/>
              </a:lnSpc>
              <a:buFont typeface="Arial" panose="020B0604020202020204" pitchFamily="34" charset="0"/>
              <a:buChar char="•"/>
            </a:pPr>
            <a:r>
              <a:rPr lang="en-US" altLang="zh-CN" sz="800" dirty="0">
                <a:effectLst/>
              </a:rPr>
              <a:t>Incorporate a post-hoc interpretability framework, such as </a:t>
            </a:r>
            <a:r>
              <a:rPr lang="en-US" altLang="zh-CN" sz="800" b="1" dirty="0">
                <a:effectLst/>
              </a:rPr>
              <a:t>SHAP values</a:t>
            </a:r>
            <a:r>
              <a:rPr lang="en-US" altLang="zh-CN" sz="800" dirty="0">
                <a:effectLst/>
              </a:rPr>
              <a:t>, to understand the marginal contribution of individual building attributes (e.g., ground elevation) to the MLP's predictions. The BLR model has higher interpretability of the features and uncertainty. The combination of a neural network and a Bayesian model (BNN) could improve the predictability. </a:t>
            </a:r>
          </a:p>
        </p:txBody>
      </p:sp>
      <p:sp>
        <p:nvSpPr>
          <p:cNvPr id="38" name="文本框 37">
            <a:extLst>
              <a:ext uri="{FF2B5EF4-FFF2-40B4-BE49-F238E27FC236}">
                <a16:creationId xmlns:a16="http://schemas.microsoft.com/office/drawing/2014/main" id="{BC9559D7-5281-2428-7711-D533D437D889}"/>
              </a:ext>
            </a:extLst>
          </p:cNvPr>
          <p:cNvSpPr txBox="1"/>
          <p:nvPr/>
        </p:nvSpPr>
        <p:spPr>
          <a:xfrm>
            <a:off x="8104661" y="1142883"/>
            <a:ext cx="7196202" cy="258212"/>
          </a:xfrm>
          <a:prstGeom prst="rect">
            <a:avLst/>
          </a:prstGeom>
          <a:noFill/>
        </p:spPr>
        <p:txBody>
          <a:bodyPr wrap="square">
            <a:spAutoFit/>
          </a:bodyPr>
          <a:lstStyle/>
          <a:p>
            <a:pPr>
              <a:lnSpc>
                <a:spcPct val="150000"/>
              </a:lnSpc>
            </a:pPr>
            <a:r>
              <a:rPr lang="en-US" altLang="zh-CN" sz="800" b="1" dirty="0"/>
              <a:t>Figures of MLP Results</a:t>
            </a:r>
            <a:endParaRPr lang="en-US" altLang="zh-CN" sz="800" dirty="0"/>
          </a:p>
        </p:txBody>
      </p:sp>
      <p:sp>
        <p:nvSpPr>
          <p:cNvPr id="41" name="文本框 40">
            <a:extLst>
              <a:ext uri="{FF2B5EF4-FFF2-40B4-BE49-F238E27FC236}">
                <a16:creationId xmlns:a16="http://schemas.microsoft.com/office/drawing/2014/main" id="{BD18A631-6558-539C-2A8A-22CA6F4955CD}"/>
              </a:ext>
            </a:extLst>
          </p:cNvPr>
          <p:cNvSpPr txBox="1"/>
          <p:nvPr/>
        </p:nvSpPr>
        <p:spPr>
          <a:xfrm>
            <a:off x="293525" y="5217202"/>
            <a:ext cx="1243237" cy="276999"/>
          </a:xfrm>
          <a:prstGeom prst="rect">
            <a:avLst/>
          </a:prstGeom>
          <a:noFill/>
        </p:spPr>
        <p:txBody>
          <a:bodyPr wrap="square">
            <a:spAutoFit/>
          </a:bodyPr>
          <a:lstStyle/>
          <a:p>
            <a:r>
              <a:rPr lang="en-US" altLang="zh-CN" sz="1200" b="1" dirty="0"/>
              <a:t>References</a:t>
            </a:r>
            <a:endParaRPr lang="zh-CN" altLang="en-US" sz="1200" b="1" dirty="0"/>
          </a:p>
        </p:txBody>
      </p:sp>
      <p:sp>
        <p:nvSpPr>
          <p:cNvPr id="43" name="文本框 42">
            <a:extLst>
              <a:ext uri="{FF2B5EF4-FFF2-40B4-BE49-F238E27FC236}">
                <a16:creationId xmlns:a16="http://schemas.microsoft.com/office/drawing/2014/main" id="{59075793-09F4-4097-6EA4-2856CA1F9C9D}"/>
              </a:ext>
            </a:extLst>
          </p:cNvPr>
          <p:cNvSpPr txBox="1"/>
          <p:nvPr/>
        </p:nvSpPr>
        <p:spPr>
          <a:xfrm>
            <a:off x="301083" y="5494201"/>
            <a:ext cx="2798956" cy="1368580"/>
          </a:xfrm>
          <a:prstGeom prst="rect">
            <a:avLst/>
          </a:prstGeom>
          <a:noFill/>
        </p:spPr>
        <p:txBody>
          <a:bodyPr wrap="square">
            <a:spAutoFit/>
          </a:bodyPr>
          <a:lstStyle/>
          <a:p>
            <a:pPr>
              <a:lnSpc>
                <a:spcPct val="150000"/>
              </a:lnSpc>
            </a:pPr>
            <a:r>
              <a:rPr lang="en-US" altLang="zh-CN" sz="700" dirty="0" err="1"/>
              <a:t>Demissie</a:t>
            </a:r>
            <a:r>
              <a:rPr lang="en-US" altLang="zh-CN" sz="700" dirty="0"/>
              <a:t>, Z., et al. (2024). </a:t>
            </a:r>
            <a:r>
              <a:rPr lang="en-US" altLang="zh-CN" sz="700" i="1" dirty="0"/>
              <a:t>Applied Computing and Geosciences, 23</a:t>
            </a:r>
            <a:r>
              <a:rPr lang="en-US" altLang="zh-CN" sz="700" dirty="0"/>
              <a:t>, 100183.</a:t>
            </a:r>
          </a:p>
          <a:p>
            <a:pPr>
              <a:lnSpc>
                <a:spcPct val="150000"/>
              </a:lnSpc>
            </a:pPr>
            <a:r>
              <a:rPr lang="en-US" altLang="zh-CN" sz="700" dirty="0"/>
              <a:t>Chen, Y., et al. (2023). </a:t>
            </a:r>
            <a:r>
              <a:rPr lang="en-US" altLang="zh-CN" sz="700" i="1" dirty="0"/>
              <a:t>Frontiers in Earth Science, 11</a:t>
            </a:r>
            <a:r>
              <a:rPr lang="en-US" altLang="zh-CN" sz="700" dirty="0"/>
              <a:t>, 1117004.</a:t>
            </a:r>
          </a:p>
          <a:p>
            <a:pPr>
              <a:lnSpc>
                <a:spcPct val="150000"/>
              </a:lnSpc>
            </a:pPr>
            <a:r>
              <a:rPr lang="en-US" altLang="zh-CN" sz="700" dirty="0" err="1"/>
              <a:t>Ouma</a:t>
            </a:r>
            <a:r>
              <a:rPr lang="en-US" altLang="zh-CN" sz="700" dirty="0"/>
              <a:t>, Y. O., &amp; Lawrence, O. (2023). </a:t>
            </a:r>
            <a:r>
              <a:rPr lang="en-US" altLang="zh-CN" sz="700" i="1" dirty="0"/>
              <a:t>Int. J. of Intelligent Systems 2023</a:t>
            </a:r>
            <a:r>
              <a:rPr lang="en-US" altLang="zh-CN" sz="700" dirty="0"/>
              <a:t>, 5672401.</a:t>
            </a:r>
          </a:p>
          <a:p>
            <a:pPr>
              <a:lnSpc>
                <a:spcPct val="150000"/>
              </a:lnSpc>
            </a:pPr>
            <a:r>
              <a:rPr lang="en-US" altLang="zh-CN" sz="700" dirty="0"/>
              <a:t>Qin, X., et al. (2025). </a:t>
            </a:r>
            <a:r>
              <a:rPr lang="en-US" altLang="zh-CN" sz="700" i="1" dirty="0" err="1"/>
              <a:t>npj</a:t>
            </a:r>
            <a:r>
              <a:rPr lang="en-US" altLang="zh-CN" sz="700" i="1" dirty="0"/>
              <a:t> Urban Sustainability, 5</a:t>
            </a:r>
            <a:r>
              <a:rPr lang="en-US" altLang="zh-CN" sz="700" dirty="0"/>
              <a:t>, 19.</a:t>
            </a:r>
          </a:p>
          <a:p>
            <a:pPr>
              <a:lnSpc>
                <a:spcPct val="150000"/>
              </a:lnSpc>
            </a:pPr>
            <a:r>
              <a:rPr lang="en-US" altLang="zh-CN" sz="700" dirty="0"/>
              <a:t>U.S. Army Corps of Engineers. </a:t>
            </a:r>
            <a:r>
              <a:rPr lang="en-US" altLang="zh-CN" sz="700" i="1" dirty="0"/>
              <a:t>National Structure Inventory (NSI) Technical Documentation.</a:t>
            </a:r>
            <a:endParaRPr lang="en-US" altLang="zh-CN" sz="700" dirty="0"/>
          </a:p>
        </p:txBody>
      </p:sp>
      <p:sp>
        <p:nvSpPr>
          <p:cNvPr id="44" name="文本框 43">
            <a:extLst>
              <a:ext uri="{FF2B5EF4-FFF2-40B4-BE49-F238E27FC236}">
                <a16:creationId xmlns:a16="http://schemas.microsoft.com/office/drawing/2014/main" id="{1E260EDA-B575-8EF5-5E2A-26ED48648462}"/>
              </a:ext>
            </a:extLst>
          </p:cNvPr>
          <p:cNvSpPr txBox="1"/>
          <p:nvPr/>
        </p:nvSpPr>
        <p:spPr>
          <a:xfrm>
            <a:off x="1423143" y="671847"/>
            <a:ext cx="1400895" cy="553998"/>
          </a:xfrm>
          <a:prstGeom prst="rect">
            <a:avLst/>
          </a:prstGeom>
          <a:noFill/>
        </p:spPr>
        <p:txBody>
          <a:bodyPr wrap="square">
            <a:spAutoFit/>
          </a:bodyPr>
          <a:lstStyle/>
          <a:p>
            <a:r>
              <a:rPr lang="en-US" altLang="zh-CN" sz="3000" dirty="0"/>
              <a:t>🌊</a:t>
            </a:r>
            <a:r>
              <a:rPr lang="zh-CN" altLang="en-US" sz="3000" dirty="0"/>
              <a:t> </a:t>
            </a:r>
            <a:r>
              <a:rPr lang="en-US" altLang="zh-CN" sz="3000" dirty="0"/>
              <a:t>☠️</a:t>
            </a:r>
          </a:p>
        </p:txBody>
      </p:sp>
      <p:sp>
        <p:nvSpPr>
          <p:cNvPr id="45" name="文本框 44">
            <a:extLst>
              <a:ext uri="{FF2B5EF4-FFF2-40B4-BE49-F238E27FC236}">
                <a16:creationId xmlns:a16="http://schemas.microsoft.com/office/drawing/2014/main" id="{ED5F1581-D4F4-FEE8-6E9D-762A29AD1C92}"/>
              </a:ext>
            </a:extLst>
          </p:cNvPr>
          <p:cNvSpPr txBox="1"/>
          <p:nvPr/>
        </p:nvSpPr>
        <p:spPr>
          <a:xfrm>
            <a:off x="2890829" y="681486"/>
            <a:ext cx="1400895" cy="553998"/>
          </a:xfrm>
          <a:prstGeom prst="rect">
            <a:avLst/>
          </a:prstGeom>
          <a:noFill/>
        </p:spPr>
        <p:txBody>
          <a:bodyPr wrap="square">
            <a:spAutoFit/>
          </a:bodyPr>
          <a:lstStyle/>
          <a:p>
            <a:r>
              <a:rPr lang="en-US" altLang="zh-CN" sz="3000" dirty="0"/>
              <a:t>🌊</a:t>
            </a:r>
            <a:r>
              <a:rPr lang="zh-CN" altLang="en-US" sz="3000" dirty="0"/>
              <a:t> </a:t>
            </a:r>
            <a:r>
              <a:rPr lang="en-US" altLang="zh-CN" sz="3000" dirty="0"/>
              <a:t>☠️</a:t>
            </a:r>
          </a:p>
        </p:txBody>
      </p:sp>
      <p:sp>
        <p:nvSpPr>
          <p:cNvPr id="46" name="文本框 45">
            <a:extLst>
              <a:ext uri="{FF2B5EF4-FFF2-40B4-BE49-F238E27FC236}">
                <a16:creationId xmlns:a16="http://schemas.microsoft.com/office/drawing/2014/main" id="{565AD4E5-77B8-1316-BAAA-AF64EA79CA17}"/>
              </a:ext>
            </a:extLst>
          </p:cNvPr>
          <p:cNvSpPr txBox="1"/>
          <p:nvPr/>
        </p:nvSpPr>
        <p:spPr>
          <a:xfrm>
            <a:off x="7771954" y="668350"/>
            <a:ext cx="1400895" cy="553998"/>
          </a:xfrm>
          <a:prstGeom prst="rect">
            <a:avLst/>
          </a:prstGeom>
          <a:noFill/>
        </p:spPr>
        <p:txBody>
          <a:bodyPr wrap="square">
            <a:spAutoFit/>
          </a:bodyPr>
          <a:lstStyle/>
          <a:p>
            <a:r>
              <a:rPr lang="en-US" altLang="zh-CN" sz="3000" dirty="0"/>
              <a:t>🌊</a:t>
            </a:r>
            <a:r>
              <a:rPr lang="zh-CN" altLang="en-US" sz="3000" dirty="0"/>
              <a:t> </a:t>
            </a:r>
            <a:r>
              <a:rPr lang="en-US" altLang="zh-CN" sz="3000" dirty="0"/>
              <a:t>☠️</a:t>
            </a:r>
          </a:p>
        </p:txBody>
      </p:sp>
      <p:sp>
        <p:nvSpPr>
          <p:cNvPr id="47" name="文本框 46">
            <a:extLst>
              <a:ext uri="{FF2B5EF4-FFF2-40B4-BE49-F238E27FC236}">
                <a16:creationId xmlns:a16="http://schemas.microsoft.com/office/drawing/2014/main" id="{324828A1-1A13-E73E-E7B8-5E5493327EB5}"/>
              </a:ext>
            </a:extLst>
          </p:cNvPr>
          <p:cNvSpPr txBox="1"/>
          <p:nvPr/>
        </p:nvSpPr>
        <p:spPr>
          <a:xfrm>
            <a:off x="9135727" y="668350"/>
            <a:ext cx="1400895" cy="553998"/>
          </a:xfrm>
          <a:prstGeom prst="rect">
            <a:avLst/>
          </a:prstGeom>
          <a:noFill/>
        </p:spPr>
        <p:txBody>
          <a:bodyPr wrap="square">
            <a:spAutoFit/>
          </a:bodyPr>
          <a:lstStyle/>
          <a:p>
            <a:r>
              <a:rPr lang="en-US" altLang="zh-CN" sz="3000" dirty="0"/>
              <a:t>🌊</a:t>
            </a:r>
            <a:r>
              <a:rPr lang="zh-CN" altLang="en-US" sz="3000" dirty="0"/>
              <a:t> </a:t>
            </a:r>
            <a:r>
              <a:rPr lang="en-US" altLang="zh-CN" sz="3000" dirty="0"/>
              <a:t>☠️</a:t>
            </a:r>
          </a:p>
        </p:txBody>
      </p:sp>
      <p:sp>
        <p:nvSpPr>
          <p:cNvPr id="48" name="文本框 47">
            <a:extLst>
              <a:ext uri="{FF2B5EF4-FFF2-40B4-BE49-F238E27FC236}">
                <a16:creationId xmlns:a16="http://schemas.microsoft.com/office/drawing/2014/main" id="{3243B57C-B631-1FB2-A9D9-33E26EC8F9FF}"/>
              </a:ext>
            </a:extLst>
          </p:cNvPr>
          <p:cNvSpPr txBox="1"/>
          <p:nvPr/>
        </p:nvSpPr>
        <p:spPr>
          <a:xfrm>
            <a:off x="10553820" y="668350"/>
            <a:ext cx="1400895" cy="553998"/>
          </a:xfrm>
          <a:prstGeom prst="rect">
            <a:avLst/>
          </a:prstGeom>
          <a:noFill/>
        </p:spPr>
        <p:txBody>
          <a:bodyPr wrap="square">
            <a:spAutoFit/>
          </a:bodyPr>
          <a:lstStyle/>
          <a:p>
            <a:r>
              <a:rPr lang="en-US" altLang="zh-CN" sz="3000" dirty="0"/>
              <a:t>🌊</a:t>
            </a:r>
            <a:r>
              <a:rPr lang="zh-CN" altLang="en-US" sz="3000" dirty="0"/>
              <a:t> </a:t>
            </a:r>
            <a:r>
              <a:rPr lang="en-US" altLang="zh-CN" sz="3000" dirty="0"/>
              <a:t>☠️</a:t>
            </a:r>
          </a:p>
        </p:txBody>
      </p:sp>
      <p:sp>
        <p:nvSpPr>
          <p:cNvPr id="16" name="文本框 20">
            <a:extLst>
              <a:ext uri="{FF2B5EF4-FFF2-40B4-BE49-F238E27FC236}">
                <a16:creationId xmlns:a16="http://schemas.microsoft.com/office/drawing/2014/main" id="{D7FD89DA-7DEF-B258-879F-2FBE2226A451}"/>
              </a:ext>
            </a:extLst>
          </p:cNvPr>
          <p:cNvSpPr txBox="1"/>
          <p:nvPr/>
        </p:nvSpPr>
        <p:spPr>
          <a:xfrm>
            <a:off x="3825774" y="3085104"/>
            <a:ext cx="4104269" cy="1550874"/>
          </a:xfrm>
          <a:prstGeom prst="rect">
            <a:avLst/>
          </a:prstGeom>
          <a:noFill/>
        </p:spPr>
        <p:txBody>
          <a:bodyPr wrap="square">
            <a:spAutoFit/>
          </a:bodyPr>
          <a:lstStyle/>
          <a:p>
            <a:pPr>
              <a:lnSpc>
                <a:spcPct val="150000"/>
              </a:lnSpc>
              <a:buFont typeface="Arial" panose="020B0604020202020204" pitchFamily="34" charset="0"/>
              <a:buChar char="•"/>
            </a:pPr>
            <a:r>
              <a:rPr lang="en-US" altLang="zh-CN" sz="800" b="1" dirty="0">
                <a:effectLst/>
              </a:rPr>
              <a:t>Implementation:</a:t>
            </a:r>
            <a:r>
              <a:rPr lang="en-US" altLang="zh-CN" sz="800" dirty="0">
                <a:effectLst/>
              </a:rPr>
              <a:t> </a:t>
            </a:r>
            <a:r>
              <a:rPr lang="en-US" altLang="zh-CN" sz="800" dirty="0"/>
              <a:t>b</a:t>
            </a:r>
            <a:r>
              <a:rPr lang="en-US" altLang="zh-CN" sz="800" dirty="0">
                <a:effectLst/>
              </a:rPr>
              <a:t>uilt using R and </a:t>
            </a:r>
            <a:r>
              <a:rPr lang="en-US" altLang="zh-CN" sz="800" dirty="0" err="1">
                <a:effectLst/>
              </a:rPr>
              <a:t>rstanarm</a:t>
            </a:r>
            <a:r>
              <a:rPr lang="en-US" altLang="zh-CN" sz="800" dirty="0">
                <a:effectLst/>
              </a:rPr>
              <a:t> l</a:t>
            </a:r>
            <a:r>
              <a:rPr lang="en-US" altLang="zh-CN" sz="800" dirty="0"/>
              <a:t>ibrary</a:t>
            </a:r>
            <a:r>
              <a:rPr lang="en-US" altLang="zh-CN" sz="800" dirty="0">
                <a:effectLst/>
              </a:rPr>
              <a:t> </a:t>
            </a:r>
          </a:p>
          <a:p>
            <a:pPr>
              <a:lnSpc>
                <a:spcPct val="150000"/>
              </a:lnSpc>
              <a:buFont typeface="Arial" panose="020B0604020202020204" pitchFamily="34" charset="0"/>
              <a:buChar char="•"/>
            </a:pPr>
            <a:r>
              <a:rPr lang="en-US" altLang="zh-CN" sz="800" b="1" dirty="0">
                <a:effectLst/>
              </a:rPr>
              <a:t>Architecture:</a:t>
            </a:r>
            <a:r>
              <a:rPr lang="en-US" altLang="zh-CN" sz="800" dirty="0">
                <a:effectLst/>
              </a:rPr>
              <a:t> * Input: d dimensional feature space.</a:t>
            </a:r>
          </a:p>
          <a:p>
            <a:pPr marL="742950" lvl="1" indent="-285750">
              <a:lnSpc>
                <a:spcPct val="150000"/>
              </a:lnSpc>
              <a:buFont typeface="Arial" panose="020B0604020202020204" pitchFamily="34" charset="0"/>
              <a:buChar char="•"/>
            </a:pPr>
            <a:r>
              <a:rPr lang="en-US" altLang="zh-CN" sz="800" dirty="0"/>
              <a:t>Prior: Normal distribution with mean=0, std= 2.5 for features. Mean=0, std=10 for intercept</a:t>
            </a:r>
          </a:p>
          <a:p>
            <a:pPr marL="742950" lvl="1" indent="-285750">
              <a:lnSpc>
                <a:spcPct val="150000"/>
              </a:lnSpc>
              <a:buFont typeface="Arial" panose="020B0604020202020204" pitchFamily="34" charset="0"/>
              <a:buChar char="•"/>
            </a:pPr>
            <a:r>
              <a:rPr lang="en-US" altLang="zh-CN" sz="800" dirty="0"/>
              <a:t>Likelihood: Follows a Bernoulli distribution</a:t>
            </a:r>
            <a:endParaRPr lang="en-US" altLang="zh-CN" sz="800" dirty="0">
              <a:effectLst/>
            </a:endParaRPr>
          </a:p>
          <a:p>
            <a:pPr>
              <a:lnSpc>
                <a:spcPct val="150000"/>
              </a:lnSpc>
              <a:buFont typeface="Arial" panose="020B0604020202020204" pitchFamily="34" charset="0"/>
              <a:buChar char="•"/>
            </a:pPr>
            <a:r>
              <a:rPr lang="en-US" altLang="zh-CN" sz="800" b="1" dirty="0">
                <a:effectLst/>
              </a:rPr>
              <a:t>Optimization:</a:t>
            </a:r>
            <a:r>
              <a:rPr lang="en-US" altLang="zh-CN" sz="800" dirty="0">
                <a:effectLst/>
              </a:rPr>
              <a:t> Use MCMC sampling to retrieve feature weights with </a:t>
            </a:r>
            <a:r>
              <a:rPr lang="en-US" altLang="zh-CN" sz="800" dirty="0" err="1">
                <a:effectLst/>
              </a:rPr>
              <a:t>iter</a:t>
            </a:r>
            <a:r>
              <a:rPr lang="en-US" altLang="zh-CN" sz="800" dirty="0">
                <a:effectLst/>
              </a:rPr>
              <a:t>=1000, chain=4, warmup=500, </a:t>
            </a:r>
          </a:p>
          <a:p>
            <a:pPr>
              <a:lnSpc>
                <a:spcPct val="150000"/>
              </a:lnSpc>
              <a:buFont typeface="Arial" panose="020B0604020202020204" pitchFamily="34" charset="0"/>
              <a:buChar char="•"/>
            </a:pPr>
            <a:endParaRPr lang="en-US" altLang="zh-CN" sz="800" dirty="0">
              <a:effectLst/>
            </a:endParaRPr>
          </a:p>
        </p:txBody>
      </p:sp>
      <p:pic>
        <p:nvPicPr>
          <p:cNvPr id="24" name="Picture 23" descr="A black text on a white background&#10;&#10;Description automatically generated">
            <a:extLst>
              <a:ext uri="{FF2B5EF4-FFF2-40B4-BE49-F238E27FC236}">
                <a16:creationId xmlns:a16="http://schemas.microsoft.com/office/drawing/2014/main" id="{DE97CFCF-B2C6-8824-03CC-389BB6203E57}"/>
              </a:ext>
            </a:extLst>
          </p:cNvPr>
          <p:cNvPicPr>
            <a:picLocks noChangeAspect="1"/>
          </p:cNvPicPr>
          <p:nvPr/>
        </p:nvPicPr>
        <p:blipFill>
          <a:blip r:embed="rId7"/>
          <a:stretch>
            <a:fillRect/>
          </a:stretch>
        </p:blipFill>
        <p:spPr>
          <a:xfrm>
            <a:off x="6599869" y="3839278"/>
            <a:ext cx="1426770" cy="233086"/>
          </a:xfrm>
          <a:prstGeom prst="rect">
            <a:avLst/>
          </a:prstGeom>
        </p:spPr>
      </p:pic>
      <p:pic>
        <p:nvPicPr>
          <p:cNvPr id="28" name="Picture 27" descr="A black text on a white background&#10;&#10;Description automatically generated">
            <a:extLst>
              <a:ext uri="{FF2B5EF4-FFF2-40B4-BE49-F238E27FC236}">
                <a16:creationId xmlns:a16="http://schemas.microsoft.com/office/drawing/2014/main" id="{A873F7BD-ABCC-E843-FF65-E76EE1BD8DEA}"/>
              </a:ext>
            </a:extLst>
          </p:cNvPr>
          <p:cNvPicPr>
            <a:picLocks noChangeAspect="1"/>
          </p:cNvPicPr>
          <p:nvPr/>
        </p:nvPicPr>
        <p:blipFill>
          <a:blip r:embed="rId8"/>
          <a:stretch>
            <a:fillRect/>
          </a:stretch>
        </p:blipFill>
        <p:spPr>
          <a:xfrm>
            <a:off x="5927946" y="3645097"/>
            <a:ext cx="946415" cy="215444"/>
          </a:xfrm>
          <a:prstGeom prst="rect">
            <a:avLst/>
          </a:prstGeom>
        </p:spPr>
      </p:pic>
      <p:pic>
        <p:nvPicPr>
          <p:cNvPr id="33" name="Picture 32" descr="A graph with blue bars&#10;&#10;Description automatically generated">
            <a:extLst>
              <a:ext uri="{FF2B5EF4-FFF2-40B4-BE49-F238E27FC236}">
                <a16:creationId xmlns:a16="http://schemas.microsoft.com/office/drawing/2014/main" id="{998A6FCC-3029-E34F-CFAF-0847918D9055}"/>
              </a:ext>
            </a:extLst>
          </p:cNvPr>
          <p:cNvPicPr>
            <a:picLocks noChangeAspect="1"/>
          </p:cNvPicPr>
          <p:nvPr/>
        </p:nvPicPr>
        <p:blipFill>
          <a:blip r:embed="rId9"/>
          <a:stretch>
            <a:fillRect/>
          </a:stretch>
        </p:blipFill>
        <p:spPr>
          <a:xfrm>
            <a:off x="8138192" y="3024825"/>
            <a:ext cx="1715964" cy="1139522"/>
          </a:xfrm>
          <a:prstGeom prst="rect">
            <a:avLst/>
          </a:prstGeom>
        </p:spPr>
      </p:pic>
      <p:pic>
        <p:nvPicPr>
          <p:cNvPr id="37" name="Picture 36" descr="A diagram of a normal distribution&#10;&#10;Description automatically generated">
            <a:extLst>
              <a:ext uri="{FF2B5EF4-FFF2-40B4-BE49-F238E27FC236}">
                <a16:creationId xmlns:a16="http://schemas.microsoft.com/office/drawing/2014/main" id="{22ADC7FF-C402-DA1C-7B29-37EB3B523492}"/>
              </a:ext>
            </a:extLst>
          </p:cNvPr>
          <p:cNvPicPr>
            <a:picLocks noChangeAspect="1"/>
          </p:cNvPicPr>
          <p:nvPr/>
        </p:nvPicPr>
        <p:blipFill>
          <a:blip r:embed="rId10"/>
          <a:stretch>
            <a:fillRect/>
          </a:stretch>
        </p:blipFill>
        <p:spPr>
          <a:xfrm>
            <a:off x="10000176" y="2964910"/>
            <a:ext cx="1776287" cy="1219179"/>
          </a:xfrm>
          <a:prstGeom prst="rect">
            <a:avLst/>
          </a:prstGeom>
        </p:spPr>
      </p:pic>
      <p:sp>
        <p:nvSpPr>
          <p:cNvPr id="39" name="文本框 37">
            <a:extLst>
              <a:ext uri="{FF2B5EF4-FFF2-40B4-BE49-F238E27FC236}">
                <a16:creationId xmlns:a16="http://schemas.microsoft.com/office/drawing/2014/main" id="{94DD5608-D4C8-17F3-13A6-31642A5D8A5A}"/>
              </a:ext>
            </a:extLst>
          </p:cNvPr>
          <p:cNvSpPr txBox="1"/>
          <p:nvPr/>
        </p:nvSpPr>
        <p:spPr>
          <a:xfrm>
            <a:off x="8124445" y="2667205"/>
            <a:ext cx="7196202" cy="258212"/>
          </a:xfrm>
          <a:prstGeom prst="rect">
            <a:avLst/>
          </a:prstGeom>
          <a:noFill/>
        </p:spPr>
        <p:txBody>
          <a:bodyPr wrap="square">
            <a:spAutoFit/>
          </a:bodyPr>
          <a:lstStyle/>
          <a:p>
            <a:pPr>
              <a:lnSpc>
                <a:spcPct val="150000"/>
              </a:lnSpc>
            </a:pPr>
            <a:r>
              <a:rPr lang="en-US" altLang="zh-CN" sz="800" b="1" dirty="0"/>
              <a:t>Figures of BLR Results</a:t>
            </a:r>
            <a:endParaRPr lang="en-US" altLang="zh-CN" sz="800" dirty="0"/>
          </a:p>
        </p:txBody>
      </p:sp>
    </p:spTree>
    <p:extLst>
      <p:ext uri="{BB962C8B-B14F-4D97-AF65-F5344CB8AC3E}">
        <p14:creationId xmlns:p14="http://schemas.microsoft.com/office/powerpoint/2010/main" val="1849858891"/>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a8eec281-aaa3-4dae-ac9b-9a398b9215e7}" enabled="0" method="" siteId="{a8eec281-aaa3-4dae-ac9b-9a398b9215e7}" removed="1"/>
</clbl:labelList>
</file>

<file path=docProps/app.xml><?xml version="1.0" encoding="utf-8"?>
<Properties xmlns="http://schemas.openxmlformats.org/officeDocument/2006/extended-properties" xmlns:vt="http://schemas.openxmlformats.org/officeDocument/2006/docPropsVTypes">
  <TotalTime>219</TotalTime>
  <Words>737</Words>
  <Application>Microsoft Macintosh PowerPoint</Application>
  <PresentationFormat>宽屏</PresentationFormat>
  <Paragraphs>56</Paragraphs>
  <Slides>1</Slides>
  <Notes>0</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1</vt:i4>
      </vt:variant>
    </vt:vector>
  </HeadingPairs>
  <TitlesOfParts>
    <vt:vector size="6" baseType="lpstr">
      <vt:lpstr>等线</vt:lpstr>
      <vt:lpstr>等线 Light</vt:lpstr>
      <vt:lpstr>Arial</vt:lpstr>
      <vt:lpstr>Times New Roman</vt:lpstr>
      <vt:lpstr>Office 主题​​</vt:lpstr>
      <vt:lpstr>Predicting Building - Level Flood Risk by Analysis Comparison of Multi-Layer Perceptron and Bayesian Logistic Regression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Lang Shao</dc:creator>
  <cp:lastModifiedBy>Lang Shao</cp:lastModifiedBy>
  <cp:revision>8</cp:revision>
  <dcterms:created xsi:type="dcterms:W3CDTF">2026-04-14T22:51:29Z</dcterms:created>
  <dcterms:modified xsi:type="dcterms:W3CDTF">2026-04-15T17:59:39Z</dcterms:modified>
</cp:coreProperties>
</file>